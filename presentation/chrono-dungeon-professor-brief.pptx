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e687feaf664bce" /><Relationship Type="http://schemas.openxmlformats.org/officeDocument/2006/relationships/extended-properties" Target="/docProps/app.xml" Id="Rc564b59f83174763" /><Relationship Type="http://schemas.openxmlformats.org/officeDocument/2006/relationships/officeDocument" Target="/ppt/presentation.xml" Id="R92df87f1b18c4c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5c014c33c440e"/>
  </p:sldMasterIdLst>
  <p:notesMasterIdLst>
    <p:notesMasterId xmlns:r="http://schemas.openxmlformats.org/officeDocument/2006/relationships" r:id="R0d860faebefe4414"/>
  </p:notesMasterIdLst>
  <p:sldIdLst>
    <p:sldId xmlns:r="http://schemas.openxmlformats.org/officeDocument/2006/relationships" id="256" r:id="R035411f1da3146f9"/>
    <p:sldId xmlns:r="http://schemas.openxmlformats.org/officeDocument/2006/relationships" id="257" r:id="Rcb7fd2d636584082"/>
    <p:sldId xmlns:r="http://schemas.openxmlformats.org/officeDocument/2006/relationships" id="258" r:id="R14244b44f39a48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31025f50842af" /><Relationship Type="http://schemas.openxmlformats.org/officeDocument/2006/relationships/slideMaster" Target="/ppt/slideMasters/slideMaster1.xml" Id="R7b45c014c33c440e" /><Relationship Type="http://schemas.openxmlformats.org/officeDocument/2006/relationships/notesMaster" Target="/ppt/notesMasters/notesMaster1.xml" Id="R0d860faebefe4414" /><Relationship Type="http://schemas.openxmlformats.org/officeDocument/2006/relationships/presProps" Target="/ppt/presProps.xml" Id="R61c1330f64784479" /><Relationship Type="http://schemas.openxmlformats.org/officeDocument/2006/relationships/viewProps" Target="/ppt/viewProps.xml" Id="R8ae4f2f287b340d4" /><Relationship Type="http://schemas.openxmlformats.org/officeDocument/2006/relationships/tableStyles" Target="/ppt/tableStyles.xml" Id="R9095758a73f94c88" /><Relationship Type="http://schemas.openxmlformats.org/officeDocument/2006/relationships/slide" Target="/ppt/slides/slide1.xml" Id="R035411f1da3146f9" /><Relationship Type="http://schemas.openxmlformats.org/officeDocument/2006/relationships/slide" Target="/ppt/slides/slide2.xml" Id="Rcb7fd2d636584082" /><Relationship Type="http://schemas.openxmlformats.org/officeDocument/2006/relationships/slide" Target="/ppt/slides/slide3.xml" Id="R14244b44f39a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181cc60634d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b4e60ac8440ef" /><Relationship Type="http://schemas.openxmlformats.org/officeDocument/2006/relationships/notesMaster" Target="/ppt/notesMasters/notesMaster1.xml" Id="Rc9ea41621ff94e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3508557354709" /><Relationship Type="http://schemas.openxmlformats.org/officeDocument/2006/relationships/notesMaster" Target="/ppt/notesMasters/notesMaster1.xml" Id="Rb07b2d5d2efa4c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d53b96b2514147" /><Relationship Type="http://schemas.openxmlformats.org/officeDocument/2006/relationships/notesMaster" Target="/ppt/notesMasters/notesMaster1.xml" Id="R8ab882cdf2a14b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8220ed0f441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c372ac21254ff2" /><Relationship Type="http://schemas.openxmlformats.org/officeDocument/2006/relationships/slideLayout" Target="/ppt/slideLayouts/slideLayout1.xml" Id="R644ef65ee211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ef65ee211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f74b7a4334034" /><Relationship Type="http://schemas.openxmlformats.org/officeDocument/2006/relationships/image" Target="/ppt/media/image.png" Id="R9a5affe0633b4f8a" /><Relationship Type="http://schemas.openxmlformats.org/officeDocument/2006/relationships/image" Target="/ppt/media/image2.png" Id="Ra26e78eee36d4cc9" /><Relationship Type="http://schemas.openxmlformats.org/officeDocument/2006/relationships/image" Target="/ppt/media/image3.png" Id="Rd811e92345c248c2" /><Relationship Type="http://schemas.openxmlformats.org/officeDocument/2006/relationships/image" Target="/ppt/media/image4.png" Id="R8372a128c55d46d2" /><Relationship Type="http://schemas.openxmlformats.org/officeDocument/2006/relationships/image" Target="/ppt/media/image5.png" Id="R5861defff9044201" /><Relationship Type="http://schemas.openxmlformats.org/officeDocument/2006/relationships/notesSlide" Target="/ppt/notesSlides/notesSlide1.xml" Id="R00a9a4773db5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fb1257cec4aad" /><Relationship Type="http://schemas.openxmlformats.org/officeDocument/2006/relationships/image" Target="/ppt/media/image6.png" Id="R81bdc7c83c5244aa" /><Relationship Type="http://schemas.openxmlformats.org/officeDocument/2006/relationships/image" Target="/ppt/media/image7.png" Id="R8498b99dd3134784" /><Relationship Type="http://schemas.openxmlformats.org/officeDocument/2006/relationships/image" Target="/ppt/media/image8.png" Id="R05f5f9e0d13b4781" /><Relationship Type="http://schemas.openxmlformats.org/officeDocument/2006/relationships/image" Target="/ppt/media/image9.png" Id="R1552aa277d4b4a9a" /><Relationship Type="http://schemas.openxmlformats.org/officeDocument/2006/relationships/image" Target="/ppt/media/image10.png" Id="Rc2f54c23d4cd4890" /><Relationship Type="http://schemas.openxmlformats.org/officeDocument/2006/relationships/image" Target="/ppt/media/image11.png" Id="R051682bfb66648a6" /><Relationship Type="http://schemas.openxmlformats.org/officeDocument/2006/relationships/image" Target="/ppt/media/image12.png" Id="Rfff1d3e003ac4af5" /><Relationship Type="http://schemas.openxmlformats.org/officeDocument/2006/relationships/notesSlide" Target="/ppt/notesSlides/notesSlide2.xml" Id="R336cdd431bd440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1a4c315a945a3" /><Relationship Type="http://schemas.openxmlformats.org/officeDocument/2006/relationships/image" Target="/ppt/media/image13.png" Id="Re5c143fc720a4a8f" /><Relationship Type="http://schemas.openxmlformats.org/officeDocument/2006/relationships/image" Target="/ppt/media/image14.png" Id="R461d87d0b22e46a1" /><Relationship Type="http://schemas.openxmlformats.org/officeDocument/2006/relationships/image" Target="/ppt/media/image15.png" Id="Rbf6c5c28efed4a29" /><Relationship Type="http://schemas.openxmlformats.org/officeDocument/2006/relationships/image" Target="/ppt/media/image16.png" Id="R9e21fc83d5ad4017" /><Relationship Type="http://schemas.openxmlformats.org/officeDocument/2006/relationships/image" Target="/ppt/media/image17.png" Id="R270234e616244ea7" /><Relationship Type="http://schemas.openxmlformats.org/officeDocument/2006/relationships/image" Target="/ppt/media/image18.png" Id="R264fcd2d4d3a4d92" /><Relationship Type="http://schemas.openxmlformats.org/officeDocument/2006/relationships/image" Target="/ppt/media/image19.png" Id="R8f2f870bea684369" /><Relationship Type="http://schemas.openxmlformats.org/officeDocument/2006/relationships/image" Target="/ppt/media/image20.png" Id="R601eb0fe928d4066" /><Relationship Type="http://schemas.openxmlformats.org/officeDocument/2006/relationships/notesSlide" Target="/ppt/notesSlides/notesSlide3.xml" Id="R47ce5aadc9c24d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F12CF-BDE0-4E1D-9D20-F42834D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B0772-4BD1-4731-97EB-C5DF7C13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FF690-5041-43CF-BF80-8BB65C74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247F8-AE1B-458A-9823-CFB43889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F948E-E832-4BAC-AA76-A4ACB8B3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FF4DB-37C3-44A8-97EE-AEA784F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E08A4-C4F4-4C33-BEE6-3B84456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C04A7-8591-4F17-94AD-D5F6782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14E6F-7AE0-402A-97B9-9D8D56AC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72049-F35A-41AE-AED0-D68EB097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F8940-E157-4744-91BF-119D1B5A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99E76-EFF8-4E62-A036-30B309A2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A3B23-FF41-464C-8310-E70EACF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DA2F7-6E05-49D1-A638-E9C82E0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36A8D-A62D-499D-8DA1-0C8DBB6B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72B42-E268-4F56-83BF-69C88B5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4EC84-4D55-42C1-9C46-02418149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29056-155D-43F3-A7D7-F26115CD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2699C-02A1-4BE2-A790-6548974D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80383-36AD-4C4C-82EB-5EB7959F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6B128-5177-4FE8-9DFC-DD5B7132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6B88D-7C34-45A6-9043-5138681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F133E-A1AF-4206-938A-C7021262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4ECC5-8D5B-4D91-A7BC-5056402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7EBD8-C342-4A4C-B4E6-9174605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499D9-D0D8-4BBE-B0B0-D1482347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DEC76-BC27-4DC6-9F06-BBD4C58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C5826-F92B-4CC8-B19A-EDAD5B2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ED165-5CAC-4A20-85B3-BAF7A382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88AB4-57C5-4793-A60E-8715AA75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8F880-7A21-4647-812D-C1EAEAFB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C0D94D-DC4F-43FB-9E97-F584F8CE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8B800-B32E-4B4C-BDB8-06E8EA8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6DFB80-5C4D-41F8-A1B7-6CED4ABC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E7972-DE71-462C-B844-320F2437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71D08-1D9D-4F47-8826-D1E2295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3E3C7-28B9-4A32-8F5F-CA72C654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BCCC9-AFE6-4179-9A44-D15FDCE1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A2EFE3-BAC1-4DAB-9521-0D087D6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D498B7-33D2-40C8-9880-2BE1C9D5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3232D-F474-4D08-9C94-54686695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FE980F-6F33-4E11-97FA-1F72B4E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ED34AB-DE04-4C8E-A2C8-AE980EE9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CCE7FF-AF9D-4AD1-B01C-F3D855C6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DA47EA-E762-4CC9-BC4D-84E33E9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E054F8-1177-4402-AA6C-4411C3DA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0C4DDC-CC30-4826-AA05-187D551D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79D9E0-EF15-4D4D-BA68-C5CB6676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011DA6-A1A7-46B8-B245-DA31770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30F245-31F6-4F5E-98D0-D24BD3B0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93F2AA-CDED-4CDE-9053-49800692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3005BB-2579-484F-81EE-AF36B161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22377C-3C39-4CDD-81FB-B7FF9FB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C6EACA-5A3A-4CB3-99F6-5D2D2C1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953666-E0DE-46FA-B517-1DD5BC39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CD9373-FEDF-466E-9121-FB54625E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A29B3E-9B88-4BA8-8938-006B2AF7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630911-B189-41E9-889A-5589070D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F5D207-FC5D-456F-B02D-47F075E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8FAC8F-A974-4054-876C-5D892DF3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070715-F77A-4ACD-A173-A3B8F23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D46FFB-84FB-4213-A86B-53E7247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DDFA85-0E48-4F70-9E59-C3A07748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AFD54F-4362-4ABD-ABCA-44A9D072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0C0035-A9A7-47CD-912B-1B1C8485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D9ED3E-8D97-4708-9436-CE39620F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3240AA-773D-455B-9B86-D47E8D8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FA8A3F-2A14-4DDE-97AB-7715A58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CDD0AF-E57D-43B1-B932-EC559318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17AD17-0470-48C2-80F6-E5D578A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5FF305-5802-4595-A57C-8417AB33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9D24BB-7360-4896-821B-088FB48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3E76D5-0F4A-45E5-870C-0DE2467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EFE6E9-91F9-4CB2-B11F-045A410F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58681B2-085D-4C28-A03A-B37AB56D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06EE90F-215E-42A2-A16C-4B87C07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8BE28B-59F3-478F-B8FF-6197A1A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B81E2B-1E63-45D6-B048-58B72C43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6677D05-432D-4093-BE7A-D1908EE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294F86-63AA-4CE8-BD67-ABC7F46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4728D9-5D8A-4920-93DA-A686BD64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CB0DAC-06B3-444E-B516-40B7FBAC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0E3044-FA4E-467B-A978-3D056CBF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58FC0F-960E-49C0-A6DB-41B2730F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9AF625-FB5A-4612-946E-7AA65087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E825CE5-DFBE-4DA4-824E-DC86B5F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089E30-ED46-49DC-9DB8-90400FF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66FE97-A132-41B2-A8BA-7BD671E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51DC10-ED93-4FA5-83B6-F5DC88C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271C56-1832-4631-B0A7-F5774538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811866-349C-4A08-AC27-02A1758E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C527DB-E9AA-408D-812E-502D2700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E0AF15-1B23-4924-8E8F-EA634F2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D75F62-A6BA-47C7-A99A-A635E3F4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04C763-443D-4F21-BEF3-C638D9C5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FE74BE-7B29-4809-85A2-CF9570C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97A1F67-D664-4EA3-9F1C-902CC09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CCA1F5-AA9B-4D4E-B3D9-5226D4F2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EE40C2-BEE7-446F-8E34-90A635FB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9F1D060-93EB-4ACE-90FD-7793622B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544A2C-7F26-478F-B5ED-CE630EA2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315966-EA07-4963-AF2B-D38EDA5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049C7F-BA36-40C4-8918-476A659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33D367-B2F3-4B68-BD42-2788739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96463E-98FC-414A-B1D4-B7F0790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D8B1A4F-2726-4568-BBD1-EE283983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4278F6C-13F9-41F8-B479-932EA71F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7AB37B3-D95A-4D8E-B597-9DC5E6B1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DF62D9-1583-4E09-884D-9B461B1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4489E9-F56E-4A0A-883C-9AD0F633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6B8BF81-D386-499A-A4AF-01B88535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6F6E8B-8D93-44BC-9C63-BFA78CB3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B6F755-C70E-426B-AAEA-69A8E6B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DCEB6BA-43AF-4343-A6FD-C06D866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D260CF0-2F6A-45B9-AC90-0AAD4392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452DBD-A1BA-4121-9A29-DBE9F77A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ED6E62-529D-4F56-8302-D36CCDA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564DC80-773E-4C1C-B166-E72E2B3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F664B9-8EB6-4312-AEDF-AD9FCB9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43BEFAA-DD87-4E1F-AFC7-CDE514EB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8197657-3990-4F30-A732-6BAA56DD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F4BB6E9-DFAD-4608-821F-FA32588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C737FE5-638C-4A7B-8DA4-10FDF92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F09798-8A11-4CF3-AFD2-B246C3D8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757068C-0CCA-4403-B6D5-47E218DA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4C4A19-2146-4DB3-9296-927EB74A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BEF884-C117-416D-BB0C-0ACB4ED3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D520B3F-CFC3-438D-A5A8-1B3DA3C9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317997E-7D0B-4D51-AEAF-EFEDD802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E2860B-30E7-471E-8AB1-75553B51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DE0F9D-0237-45E0-B0E5-0B986F1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E28F05A-0F16-49E8-AE06-566EEA2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FC8246-383B-4379-A16A-A9D60DF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0B7A2B0-C5D8-4D9F-8F7C-C17346B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463D141-9ABE-46EA-9456-B8E9A40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3935DED-607D-4F62-9B51-8A2CEB1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30EA951-4CAC-4472-BD80-16D0BD3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41C01C3-E598-45E1-A96A-43446C2B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B207BE5-6990-40FC-ABFE-F1A50E53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39BF1D1-EBF6-4F83-8AE7-7C20623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F5AF5A1-0311-4804-8965-9C76BDC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644983C-DE75-4416-B361-9ED5024C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0F7E94B-592B-4FB5-A200-C267DAC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1C2E7B6-8368-4BEE-A114-6F1886CD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4F42F58-C116-4023-AE8E-7EA6EB41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9C8EF2B-C53A-4FA2-9CEC-C5797BD3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2EA3360-2166-418E-A225-DDABFBCB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7FE2F17-D5CA-4E37-AB05-966F720A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32E0F3C-16F4-4243-8002-87F8856D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4F3FD54-B885-412E-9E5C-D8D9C15C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B17E88C-8368-452F-9C8A-BC781B63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CA02FE5-E792-40E5-963E-EBFDAE9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D980623-D2E5-4C3E-A5DA-4E9155F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945A880-8DE5-489F-B865-8DF9D36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7B4F53F-B1E6-4089-92D3-FE11B19D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ED94075-3DD0-43E4-B90F-9066E301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B644003-1E02-4E57-BBF8-2CB3F603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268CF41-40C3-49A0-BAB7-DB22EDF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EF5DF6-031F-41E5-A3B3-B6BD408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4C407AB-019D-4FD2-A2BE-DC0FB36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6A86CB9-8CFB-4F36-BCC5-CED8D3C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0AD0AA6-E023-4FF1-9427-1B05C1A8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F72EDC6-D6F0-4028-A973-99E493A9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9FBA048-184A-4A5B-B1E3-109EEA41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CA382B9-0591-490C-A159-E6B2DD85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47062FE-9D8A-42F4-9A6B-4B94915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A66A658-0C49-434F-9AF7-9CFFBE9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A51D204-6050-4EF8-BB36-F4BC2FB7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2F682D0-3321-420B-B235-59582E2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3D037C8-793E-4FD6-B8CE-BA5CBAB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9B97278-6D39-4B6D-B140-3CD22F77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18C2016-7033-4BAE-B1C1-E42736C5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0C6583-CC0A-4E1A-81DE-680A4510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79EDEB4-DBB3-43C2-9EA4-B10CF42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FDA79787-69CE-4F36-8FE6-FC4D0DBD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73335BA-9719-4338-ADD1-9D37EF8E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E5C0228-CA43-4D53-BD75-D395175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D3CB857-9222-4218-AB87-2404851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8A1528F-3A17-4405-AD07-1BF7D175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275F77F-A471-4E5E-845E-77069213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AB54055-1033-44B7-ADF0-FA874EAE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59AA966-08FD-4FDA-96C4-3F16547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43C6F43-D6CE-43F9-B580-A90E376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96DCC18-8B4B-41A0-B20B-30CA24AB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20F1BF1-4588-421A-8822-77B2CD96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F7F5D7B-235B-4613-9CCD-A04D7DD4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463639F-21D9-4A5D-96DF-7934D5E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6C01D2D-7A0F-4AA0-AE70-80107A9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2C3A271-999D-4FA7-992C-60B1F0EE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CFFC4D8-CB4C-40BD-B2E6-8EFC090B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CC962B9-20EE-4C81-90B5-E82B1A1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860E2D2-7E4F-4BAA-9358-342A5844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306524C-8B66-4C1F-952E-A4CB63E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F3FFE42-991D-4620-85ED-20B469F3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56AE963-B584-49C2-8699-216FE20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A310245-EF62-4ADC-A8AB-61458926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66B0FA1-1EB9-4DC3-82A2-0F5087CB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47B496-4D02-42EE-90C5-EBABD00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68C7F1C-46FE-4C43-991C-088634F2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33AEDE2-DA35-4090-AC40-678D2182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A9D51D5-8143-4090-A73C-5000C67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0CBD048-E27C-40CB-84F0-7C674CA1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DF33CF3-C3D9-4044-B96F-08F2A911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6668206-47B7-45AA-A3DC-7FCEF9C9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AB579FB-13BB-4985-B34F-D972533E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5F73EE9-8D75-43F2-8B70-5F5C11D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B7E045D-34B3-4010-A723-15545DC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51C0E539-843D-4CA2-B378-0F171ADA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9C45C6B7-EAC7-4737-A220-D81E4875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D51C1D5-6E77-4260-9268-D16DEEE6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CD7620C-A8E5-4D22-AD21-6F2F019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A27BD78-2E98-4FDD-BBED-2E45296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A0D48D0-15D2-4F0C-B19C-C14F0765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672AC93-0F20-4346-A660-CE9A2E22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C9E3180-B45E-4531-96BC-C45BA973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4506743B-2180-458E-B9A0-600ACA0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C679274-8EB2-4143-B7DD-C4C8BC73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28AF87D-756E-40B1-AE96-2B5D384A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1B68E5E-2AF5-4111-BF26-74EA7746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2592AF7-7BF7-4B61-9D6F-BFD361C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F785EBC-02B0-4B4D-B777-E603965A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7EADE7C-BFE9-403C-A795-CAD21F7F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14CA0B5-B4B5-4AC2-9337-F462FBA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15279AE8-C06F-4B18-BAEF-5F7DBFC5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4B7A97C-7402-4358-9198-D2C3820F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0368AB2-F619-4473-ACD4-3F7DCEE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14AAF1A-EA3E-4BCD-AA84-9AED061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BEEA064-90A1-4A05-9423-640E0E8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5762433-C247-47FC-B1BB-4DB51B6A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3D8E5E9-D57F-4342-830C-90A30B50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C05CB7E3-0A5D-425B-87B0-4968FE7B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7A6A9B9-4A33-40B2-B4B9-A44020C8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FBFC3CE-490D-435F-96FD-FF8B1E78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C8694B4-489E-4759-88F9-9BFA15DC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0475359-27C6-4C63-9A88-AE6E7E2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AEE38CC-E8C3-428F-ADBD-F7B0F9F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82F5059-2315-49C4-A0E8-A39084A5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DDD6AFC-C594-48BC-B2D1-80F0F28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8DF60B5-CD99-4101-9420-FCD7F07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DCD4653-B3EA-44D3-B68F-E4A11B9E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4BF87C7-EFCF-4676-BE7B-DFA9BBE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75B5EFD-D17F-4D68-B910-5286DC8A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06C70EE-8357-4F01-AA6C-37214304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415EE9F-DB10-4697-B50B-13B3A9F7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671C56F-3058-42CD-8BA7-9A66D0F8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FAD8C5A-5888-4BE7-A038-9F2674D9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3A3D51C-4089-4F40-A337-73F40B4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EF02B27-4588-4A85-8195-6588556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1FF11F57-8BC8-49C1-B344-29E184BF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619108C5-0FFF-4485-ABF1-A50EA2E0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A1B921A-4CD0-486C-BAA1-8D9DF3D6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DC783AB-21E5-4A5D-A9B9-88C579C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7CA4344-B269-4947-855C-DB36D9AA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81ABE2F-6EE0-4EAF-B029-C4785634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2337A2E-630B-4AB7-8724-11DB65A4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C326AFC9-000B-4C14-8C87-3A2272E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26BC93B-5477-4FC1-B993-0D0E590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FA8BE03-1D4C-43E1-8844-4159C42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BD5705A-660E-474F-91EC-3C25E3F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F310DA9-E212-4AFE-AF16-DE304DFA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64569DC-DA6A-4EB8-AFDA-090C9C7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E611A47-77B5-4C7F-9CF2-41863952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752F272-0275-4C65-9C1F-9A9F893B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DA62C64E-7FB3-46CF-90E2-4855DEFF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BEFD899-DCD2-4740-A1E6-6CA138B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25396DF-59F8-4A3D-9BC1-50D62DA4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451062E0-6254-4F5D-9394-1F5BB58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861D172-9ED4-47F8-9225-3BDD0F68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DF591CD-20B7-49E5-9385-24AB8C8B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725CF79-E531-49C9-9E57-047BDAC4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69FFCC8-B895-4534-AFDF-A1EC9035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AA66702-F0FB-45DD-881A-073A09EB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28B3726-1974-4584-828B-937D06A8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CC21DD5-D0DC-4318-BF81-F97566F7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5386EF8-6C2F-45E8-9D05-83D76FE2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6A0FBA0-A4DA-4891-A955-820B95D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87E14113-088E-4C90-B978-61E470A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F2E1234-B08D-41EB-815F-9DCAF8F3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A55D8A5-3185-4A53-A139-A076517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D1CD5116-D205-409B-9912-23C4B64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B887387-1DB8-41D9-B3C0-DA70093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28CFA62E-F77F-472E-9EAE-A6C2E79C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FF9E759-2C5E-46A4-BEB1-136F42FA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9B57F4A-F3D8-4039-9D29-53CDBC7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7E15F34-9CE3-483A-B86A-23AD2232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BBF5870-13B5-4AE4-AACE-27D7FE8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BEB652F-3317-4A06-8674-A76755C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8E0F3E4-6272-46A7-B60A-2904370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C084F24A-1113-47D5-A5B2-2F4C0A2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1F74D98-E01E-4E3F-B466-EEBA638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BF3DC2C-432B-4906-9645-6346E5C8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84517B6-8D21-4F3C-94FA-2F57BC6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C0AADA5-08C8-4242-B88D-3963748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5D8D936-C168-4ADE-8482-73B3518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FE587DD1-C1B1-4381-A124-38EEB3D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F1FF0D8-0037-4546-9A94-9634376C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AE484EF-C19F-4DDA-9FD4-339D1375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47F5130-3C26-421C-B583-E06F8B0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E3A7AC4-D47C-4AA1-9550-D88F4FDD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9003D6CF-F517-4B34-8F1E-E15178EB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B0F89975-79C9-4812-8175-74F9212F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3722260-D67B-45BC-9650-EF482FCF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50B6A41-D9F0-4D8D-BEC7-6ADD674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DEB4BD7-E145-4AB9-BCC2-BA0E326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BB9FD35-BC20-4875-B8AC-E0D0E8F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E4D8BA6-AB65-4C35-9210-A40993BF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C6690F0-E5DD-4CF3-96E6-F4E62A9A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32855E0-A79E-4D94-83EA-DD2F201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C5A3D16-7BC6-42DD-A3C8-21933CA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5D54252-4DD6-4AD8-BB12-0A0DE3F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A8E2E35-A5D6-4902-A80A-AD15633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85CF81A-02B6-454E-AF31-65F10F5A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14DCAFF-E174-4CE1-A001-FA7B0F25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EBB8B5B-6306-48DC-B5A4-627D138C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2F1AB71-6678-4DAC-A043-747E253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76FB642-2BB8-4914-8ECB-9DB87D8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62658AD-F8D3-4D35-A5DA-B9795BF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ADFBB68-0D98-4628-87CF-43F5801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68A99A0-40BF-47E7-A073-964A4A8B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F5686FE-ECD8-4B5D-9F1C-5B28384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1FAF977-76BE-4E41-8372-189A729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7E1DA3CE-8C4F-403F-80E5-6A37AB0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6368DEA-28DC-42D8-BC25-4494BDDE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E742F4F-C84D-41D6-8C17-4901C70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9E2CD3D-9217-4F55-82CA-98267DF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D0CFE16-7D28-4C4F-87B4-57669E1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01  GAME OVERVIEW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A319830-72DC-45F1-8A94-51219CF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0FB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BFF"/>
                </a:solidFill>
                <a:latin typeface="Arial"/>
                <a:ea typeface="Arial"/>
                <a:cs typeface="Arial"/>
              </a:rPr>
              <a:t>CHRONO DUNGEON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B9EAEA5-CCA2-4CB2-8849-ABA2494A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affe0633b4f8a"/>
          <a:stretch xmlns:a="http://schemas.openxmlformats.org/drawingml/2006/main"/>
        </p:blipFill>
        <p:spPr>
          <a:xfrm xmlns:a="http://schemas.openxmlformats.org/drawingml/2006/main">
            <a:off x="723900" y="1790700"/>
            <a:ext cx="6572250" cy="495300"/>
          </a:xfrm>
          <a:prstGeom xmlns:a="http://schemas.openxmlformats.org/drawingml/2006/main" prst="rect">
            <a:avLst/>
          </a:prstGeom>
        </p:spPr>
      </p:pic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e78eee36d4cc9"/>
          <a:stretch xmlns:a="http://schemas.openxmlformats.org/drawingml/2006/main"/>
        </p:blipFill>
        <p:spPr>
          <a:xfrm xmlns:a="http://schemas.openxmlformats.org/drawingml/2006/main">
            <a:off x="723900" y="2571750"/>
            <a:ext cx="6572250" cy="952500"/>
          </a:xfrm>
          <a:prstGeom xmlns:a="http://schemas.openxmlformats.org/drawingml/2006/main" prst="rect">
            <a:avLst/>
          </a:prstGeom>
        </p:spPr>
      </p:pic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20151A0-A466-4E0A-ADC4-AF07C3E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6343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A2DD197-7D81-4A97-AD92-E7BBEC5C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267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076A120-F049-4F86-A994-3B6923A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0AA8232-4A12-4099-B71E-6AD50D5B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Professor pitch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F7C2215-012E-4C39-B827-74DFE0D7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90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F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BFF"/>
                </a:solidFill>
                <a:latin typeface="Arial"/>
                <a:ea typeface="Arial"/>
                <a:cs typeface="Arial"/>
              </a:rPr>
              <a:t>time-stop + bullet reading + room-clear growth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B388214-7D7B-4838-A1D3-1E261B8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89C5411-F19F-42EF-A6AE-6BD428D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ECAEF1D-BE91-4E36-85CF-BE85C07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924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pic>
        <p:nvPicPr>
          <p:cNvPr id="3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1e92345c248c2"/>
          <a:stretch xmlns:a="http://schemas.openxmlformats.org/drawingml/2006/main"/>
        </p:blipFill>
        <p:spPr>
          <a:xfrm xmlns:a="http://schemas.openxmlformats.org/drawingml/2006/main">
            <a:off x="876300" y="4305300"/>
            <a:ext cx="1733550" cy="590550"/>
          </a:xfrm>
          <a:prstGeom xmlns:a="http://schemas.openxmlformats.org/drawingml/2006/main" prst="rect">
            <a:avLst/>
          </a:prstGeom>
        </p:spPr>
      </p:pic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6BF299F-46FF-430C-BD2F-EF61638B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47E1B29D-4F9E-45E5-A720-0335C3C9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10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5AB91DA-0E22-4169-9BDF-9054378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1924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pic>
        <p:nvPicPr>
          <p:cNvPr id="3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2a128c55d46d2"/>
          <a:stretch xmlns:a="http://schemas.openxmlformats.org/drawingml/2006/main"/>
        </p:blipFill>
        <p:spPr>
          <a:xfrm xmlns:a="http://schemas.openxmlformats.org/drawingml/2006/main">
            <a:off x="3086100" y="4305300"/>
            <a:ext cx="1733550" cy="590550"/>
          </a:xfrm>
          <a:prstGeom xmlns:a="http://schemas.openxmlformats.org/drawingml/2006/main" prst="rect">
            <a:avLst/>
          </a:prstGeom>
        </p:spPr>
      </p:pic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1CD3D2AE-24A8-4F84-984E-40318E2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2076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A39AFB91-DC61-40A7-AB3A-83ECE905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10050"/>
            <a:ext cx="200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89680D0-E509-4419-AFFC-0281DCD2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48150"/>
            <a:ext cx="1924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1defff9044201"/>
          <a:stretch xmlns:a="http://schemas.openxmlformats.org/drawingml/2006/main"/>
        </p:blipFill>
        <p:spPr>
          <a:xfrm xmlns:a="http://schemas.openxmlformats.org/drawingml/2006/main">
            <a:off x="5581650" y="4305300"/>
            <a:ext cx="1733550" cy="590550"/>
          </a:xfrm>
          <a:prstGeom xmlns:a="http://schemas.openxmlformats.org/drawingml/2006/main" prst="rect">
            <a:avLst/>
          </a:prstGeom>
        </p:spPr>
      </p:pic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0E0266ED-77CC-417D-917C-C4ACF245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40005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DD5B346D-3083-403A-B17E-DA2AAA0B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923925"/>
            <a:ext cx="3905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86C75E6A-6A60-458E-B1BF-A7134524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71550"/>
            <a:ext cx="3810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45F787E-69F8-4CCA-9639-D913FC7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04900"/>
            <a:ext cx="3543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247"/>
          </a:solidFill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7BE4140C-C48B-4307-AC7E-C2E6DAEB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238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ACFC4C7A-469F-43BF-8CFD-20C0308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B4A1E42-23EB-4C78-B9C1-FDB0A998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5D55AFC-ECB0-4617-87E9-DC2CCD1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9E56902-C5A2-4D30-B776-768BDFA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97E8E965-D534-4CCE-8536-588249B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4DDFA67-9A8F-4D43-B89A-96E2F2A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859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71D3BEE-6C5A-4E0F-8D20-67878C4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070FE73-4B8D-4AF0-BD8F-4DC6482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91E2DF1-01D9-4FA1-830A-F1326BF6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6D45880-E798-4F7C-B3F8-D83838B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E0D85687-2AF2-4FA2-80F9-0D47A3B3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525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FB14B3D-F1EF-4E40-9610-69FFC4E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4859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7E2E0857-D68A-4C01-873B-E7C6FEBF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819869E-0791-43EB-9DFA-E0A26976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9205DF6-C3D2-4E18-9242-519DB84E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811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EE4C443-65A4-4561-960B-98F4534B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2804AB29-E58A-4C69-BB0D-9CCB29B2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A470D531-D1CD-4096-9D6D-CBCC706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A146D9F-078E-4982-8A75-15F05E5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F8F3B95-05B3-4B89-9406-31ED491C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01480BB0-5269-4B10-8813-ECA1BD6F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811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9C5CF63-E903-458E-98B7-E17A205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E3EEDFCB-2CF8-4354-BBCF-308F8A09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2F5776C-FC28-4D0C-9E71-99EB986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478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5D70586-141A-4B6B-9286-8238AE65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68D4B23-6F48-421B-B710-70B8CFC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33516B8-6FCE-4805-8B85-0674E3F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787ED041-34EB-41CD-84C5-0D6A336D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725CAC59-6E15-4661-8A5E-E0AA28C2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764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984D966-D02B-4488-877B-6F3425F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2E2F5945-B154-4EED-AAC0-756039F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9A9A4BC-1F84-4545-BB86-429CC1F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573902D-0387-40F7-A6CA-F601CF4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38BE55B9-C92D-4C48-BF39-460263D6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34288D97-EF6D-4BF3-8684-88FB2453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764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3B15CB02-392E-4D6F-9619-AE99004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43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082674A-DAE8-4352-A1E1-125F036D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8E2E70E-1DFC-4C25-A1D6-FCA956F7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717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48598C46-FBAD-4FA4-AF76-065CD92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76C43B6-F079-4E74-B630-7062515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641D85E-F39C-4D4A-8350-743FC70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81297E2-7EBD-445D-89EB-190AA02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F5D6ABEE-39AE-429E-BF35-6E64BD6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C1327A5-B3F7-43F4-A3A8-45C68C2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717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F059078-9DFB-43AB-832B-20E4F03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B134BAD-CF03-4594-BB54-E64FD202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E9EB45CA-8629-4674-90BA-21AF4ECF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977551C-C5A3-4ABE-A76D-13F4FC5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383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CC20213-90A2-4F38-B011-04361A1A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2C5B2C55-A3E4-4AAC-9E98-0433443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ED13370-996A-4403-AB9E-1029436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BD9F1B2D-1A66-4C86-8316-6217D0F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C6562D0-2DF4-4CF3-9769-F5402DF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B3078C8-5266-435E-8506-7254C6B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7481B62-D833-4EA6-9E50-8DEC01E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1B915691-A47F-4B3F-B7D0-20A9930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508CE82-A11E-43B2-AE75-92DCFBD9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D70F8129-C0E3-45BF-9607-4174ED37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670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BEC7D30F-7DFC-4825-B424-EC85AF9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A99A3D8-3F86-43EA-8631-54F4284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336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4CF3257-7CD5-4C1D-B5AB-51B5E334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C42D5E8D-6511-42AF-AE7D-82EAB8C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9F16B5D-37EA-4064-AAF2-94C7EBD4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65FE593C-E561-47E9-B0CE-C262CD2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DC836ED8-53DE-4F95-A8C3-ED099DBD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6615EF2-57F0-41C2-94B1-BEB5888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62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038D594-092F-4229-8C91-8AB7011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6FC2E67-A072-451E-B29F-4A5B8E7E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BA9B89D-7D5A-42C5-BBAE-C6862137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BD59E13E-EC80-4434-BDAA-5C242CA3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5340DC6-ED56-496F-80AA-532C6D7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28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2D9CDD8-5E9F-4CDC-978C-FB8A271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622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25991299-C07B-4AB7-8A84-26B51AA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352494A-F70E-4875-8F8F-D4980468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28F4AA13-B045-4909-AA50-07FA2FF3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85FE9425-BF2A-4F93-9972-96DC3556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03772CC6-AB71-431B-B394-5B0766C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8E791AE2-0FCE-4E5F-BFD1-504516F5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26C489E-D4FE-4CCC-8CD7-05408E34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19C616E1-1ABB-4F44-B00E-93DA6F1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5FFCAAC-B002-406C-9D27-37669AD3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575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159A784-F4FD-438F-8823-A1E8F8AA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DF79926-667E-4E48-8DF0-F7CF4BB7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664FF94-3CCD-401A-82B7-57AE818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76C1EC8-EF86-44C3-BBBA-919CBF09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2FAB828-E5A9-426C-9D07-5A44E3B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D1D002B-9D76-46B2-9107-6FC07DA7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E7FCE6F7-8442-4A89-B5BB-DAF4232D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FBA4359-04C2-4529-830F-97B4D68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528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722EE51-AB76-4C97-A940-95F846D2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FFB4B47-0079-4DAF-9B37-51D7526F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66FF6C60-C90B-4467-9B69-211AF73E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7382D51-F5C5-4D60-AE18-B1A0370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D338712A-D816-4513-8B71-F949F91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41DDFE67-2037-4F1D-9F65-AA60117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5282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C794423-A5C6-4F01-87DC-A126A5E4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19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81701F0-F7C2-4083-BED1-374640A4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2AC2077-19BD-43FA-B30C-6450EDAA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ED70D26E-AA08-46E9-BE42-8A21A796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F9E04E0E-010A-403D-B536-4AB56D61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B37EA4E-9FD2-47DC-BF37-3176AC23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2244A036-9AB2-4D81-B5EB-CD213DBE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7A2C9568-0DF5-49F0-939F-322F1633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DA618701-607E-4E6E-A89A-368F2928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4810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D004CD1-E194-4AB0-8716-FE7BF9C4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6EEAD07-6BE2-4020-BB74-5139FF5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F79835AB-AB9C-46F6-9EB7-50C2BCB5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EDEBBB1-064B-4281-A6FB-70061C6C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14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A489E23-135E-4518-8F70-ABA86DA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082C41F1-FDDF-4D1F-BE06-9C64424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75074758-3F95-4E56-9E57-8604776A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2981F01-EEB5-4F12-B42A-82B111D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433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0B59792D-8C68-4113-A669-117E347E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C10D0064-06E8-4994-A13E-9B51B567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A4A4E7E7-853E-4D16-9DA7-3585852E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CFB1CFC6-44BC-4E8E-B87F-F6549D0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2ACF311E-0521-4737-AFAB-B544D59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9BEE16D7-EE3D-4D22-8516-84609FA1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43375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D8BD2806-9123-480E-9853-4513734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78EE635A-CDE8-4194-944F-4F6995B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100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55DAC252-1B2F-494A-A2C7-991535A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D5FCC10-E2BD-4234-83A1-E861A6F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51BDD335-380E-4AF9-8741-1614C78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F8F6A020-DAA7-45C4-B477-82338ED0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47B5F2BF-6C32-4400-AF36-7421997C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B17F3CC-7B3E-4E55-92CA-4B2CF387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38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DF9EAFD4-A812-49D5-BA8E-94B3B3C6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C757081-42FE-479A-8938-6F95020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D42E08B-05E3-468D-9C10-CBD257F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E"/>
          </a:solidFill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A81C9CC-8762-4F56-9E38-9E2F536C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0717C679-CDAA-4200-A5DE-5859C7D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05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C1B1A571-10BE-4858-BA7F-8216921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38650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A445554-8B01-4A36-9AFD-E8488D6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5"/>
          </a:solidFill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CE66F417-7BAB-4C62-9917-9985CE5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5"/>
          </a:solidFill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0736E7CA-527E-4106-90AF-7AFD838D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57300"/>
            <a:ext cx="1524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5"/>
          </a:solidFill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98DB8709-8E35-4CCF-8FB3-00CBA817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257300"/>
            <a:ext cx="1524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5"/>
          </a:solidFill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865C1FBF-3E99-4EB3-88F3-9D206A2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181100"/>
            <a:ext cx="533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23766B31-85F7-4FB2-969B-E922607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295400"/>
            <a:ext cx="30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C69B06D-EC0A-49B9-B83D-57B25267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90650"/>
            <a:ext cx="19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5FDB20D4-3B15-40B3-AE28-EDA519FC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85900"/>
            <a:ext cx="114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FB9ADEBB-7F47-4737-A948-143809F8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38300"/>
            <a:ext cx="114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46291D04-B0D7-40F8-8B59-E6E47C4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52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2E82A9C7-99C4-44D1-8D86-8E3E82B7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62" y="306796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3D4CFA49-2E30-4277-856D-241D95F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596" y="317874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7AC1FFA-166B-4E08-9A7C-5AD305D2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17" y="328084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59C8DBA-775A-4A5A-BD8C-FA83908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638" y="337033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C065FD20-7BC5-4C47-85F7-0369C234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846" y="344377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81DC5760-E209-40E1-98F8-340CCA7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45" y="34983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8C015D1D-17C9-44EE-98D7-2265285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958" y="35319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684D5F1E-747D-43C9-BF4F-A4DD9F6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B1C7B8EB-BAD0-4817-83A3-5267FB1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042" y="35319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0F3FB716-513A-46BD-8289-51187E8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655" y="34983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4048698B-E0E1-4200-82A0-CA9BC7F7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154" y="344377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01854BAA-3B60-414C-BBCF-11089BA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362" y="337033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950DC364-417A-45AF-A7C0-0FFDBBA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83" y="328084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2333D18-83CD-4550-9825-4D93933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404" y="317874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9FCD698B-067E-4F43-9898-908947F9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538" y="306796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3B6D3DDB-1CCA-4161-9F77-9F42E05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28BDE0FA-CEC0-4F91-8CE4-E375F01F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538" y="283753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62ED94A-5872-49E4-AB3B-AFFE902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404" y="272675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D6369DC5-E3A0-4299-B392-1E08892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83" y="262465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7698E5B-1D08-4523-BD10-FF8FDC7B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362" y="253516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41A46599-614A-46CF-ADD3-5E68A5E8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154" y="246172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43BF1CF3-B6F5-45D3-8E7A-B9A8BD66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655" y="24071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03A6B929-5BC7-45BA-A2D3-C78BE8E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042" y="23735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675747EB-BA0F-47B1-AF7B-D81A788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622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3346C01-5C68-449F-A02B-33B856E2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958" y="23735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F428DC0B-FDE1-4B8F-BFC3-C0536EE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345" y="24071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C618E1EC-7E2E-4AE3-9DE4-50CCBF9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1846" y="246172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C564F47B-358C-45C5-9222-1CD1A2B7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638" y="253516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E69D8D12-C921-4B66-B1C0-E864C04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17" y="262465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F3D531C6-F59C-4B19-BDA3-5BA8697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596" y="272675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0FB7F09D-F4B9-452C-AC86-55426DED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4462" y="283753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DDC469AE-A54D-49C9-835F-6859C14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32410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39454B0-BB5B-4302-8969-954895F7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241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397D861F-4AB1-4CB8-AA64-7AED5E77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241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69798640-1C6C-49EA-AC9F-82E0F439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95" y="3267075"/>
            <a:ext cx="36004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D0DA347-9BA5-4470-B7CC-C556075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95" y="2821305"/>
            <a:ext cx="30861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482FD357-F8D8-4203-9AD0-A0C5CE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2872740"/>
            <a:ext cx="240030" cy="3257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64F9CBA-67C1-430D-84AA-6E01D0BD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855" y="2975610"/>
            <a:ext cx="102870" cy="145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F0DC8999-78F7-4554-A2B1-8650BC7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305" y="2992755"/>
            <a:ext cx="120015" cy="771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1CE3C07-F857-4957-A11D-727AE5E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518" y="2578418"/>
            <a:ext cx="323850" cy="56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F93095E-A515-402B-BA8D-5210BEBC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5456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9EB1235-3BE3-442C-842C-516DD71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999" y="2311241"/>
            <a:ext cx="210502" cy="202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9FF"/>
          </a:solidFill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CE088E2-5287-43FD-8CB9-37863419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769" y="238410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844CA70-57B8-41EE-BA1B-58BA969A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731" y="238410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D7800FE-B825-4A55-9AC1-471E1ED2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218" y="2635568"/>
            <a:ext cx="323850" cy="56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1E9451CD-66B5-4D40-B0F3-00692D5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31171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E1AB924-25A6-47F9-9CBD-12BA47D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699" y="2368391"/>
            <a:ext cx="210502" cy="202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0CE0F4D0-B895-47D3-9948-7CD3902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469" y="24412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374414ED-6C48-40CE-A2F2-041A834D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9431" y="24412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B05B60D-8A9C-4B33-B1E3-08147187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3969068"/>
            <a:ext cx="323850" cy="56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8EC36DBF-AF85-4E1C-AD7C-440D6DDA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4521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042FAAED-05AA-4EC0-AF86-3303D9B9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624" y="3701891"/>
            <a:ext cx="210502" cy="202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4A815787-DEDA-4D19-A05A-FB25CD6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394" y="37747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0B8FD98D-79B1-41C2-9E29-A3D3F432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356" y="37747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79E4EC1-3286-4A25-9FE3-1927D80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068" y="3969068"/>
            <a:ext cx="323850" cy="56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B1DC6B32-665E-44D5-8049-DFBF039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4521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119E52DF-6CCA-4424-A7B3-E59D2229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549" y="3701891"/>
            <a:ext cx="210502" cy="202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774270C-C3AB-4A2A-A453-F9E1146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37747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2CF6A33-5F37-4DCF-B6DA-0789A7A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281" y="3774758"/>
            <a:ext cx="40481" cy="40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8FC02061-8F54-49EC-A2CA-E68E4B1B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8647DA02-2F27-4820-BADA-95C6B896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D445D1E1-0417-424A-840B-FE0A3601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CD2CDD32-FFC2-446D-A947-FD8701D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05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15F76886-338E-4BDE-B8B4-5F69401C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237F74B-CC40-473D-B146-A605AD9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E8A5E0F-EBF3-4CE7-AC5F-8F3749D5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2AD1D8D-110D-48FB-9D7C-D5518FF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09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485770D1-ADE9-42AC-B459-901C8E32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2D626D82-9901-4DBD-8C10-5E7EC0C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6CFCAD24-57F7-4660-8DA0-7655469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45B32685-853A-4C3D-A85D-207ACE03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D0C4480-0301-4B4D-AAC2-F951EB52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B953A51-FEFD-44D7-A4B1-E4579C30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B223B2F-7CBD-4C29-A0B0-CDFFD53F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33B04C63-6C2B-4779-A1A6-DD0C2DE5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05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6D5F3DB-A9C0-4152-8389-A8436194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30BEA3C8-E783-40E8-B27B-EED8E63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0FF1192-2DEB-496A-85D5-C78C7BB4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4D9C226B-CAA7-4BC7-8889-E981739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9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032F255-531A-4091-A1C9-16B1468F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3119B44D-D71C-4F08-BF62-FA272EC9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5E4552F5-9D23-48A6-A75B-94A867C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0DC50E5-D531-4843-9336-BF748C11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14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8A2F355D-9372-4E5E-8C3D-23306504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DD5814B1-61DD-4A23-85C9-FDC7195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8C3A1003-81DC-4574-91E6-4684F1E7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9FCBC57E-06CC-4D13-BC45-16A31D8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175AB7C5-A052-4C03-AB76-1E506B2B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CE83105D-0202-44B8-9FAB-101D2A47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58ECCBC1-C9FC-44CC-B09F-84E87F99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E7D72AE8-ACB3-460C-8A2D-FF3029CD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9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3070B60C-937A-4365-946D-F2B37CF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81590732-9449-4889-8DB3-44CA7D0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81627A5E-1311-4C1B-9E46-3D5CC48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3CF0C96A-7688-4945-B097-7D43BA0E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14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E74FB171-D714-4264-A682-86446E3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64F66035-DB00-495D-BDF9-18DF61A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B6D0713-AE09-480F-B26A-B143773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8E0A87CE-1DF5-4264-BF3C-8BBC9056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79D8BE9-1858-4E1E-A444-13B0944B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A118C160-6FB2-4336-84BE-3882F0C0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426D4D68-F45A-43E2-ACAD-BA412EB8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21C1A35C-8C77-4A39-98F2-C5B19B0D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E9CDB0D4-429C-4BE3-AAC9-7D8E623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0B260A61-FAA1-4CD8-A2CC-8E8881EB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479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2A925D0C-F273-4608-B3B5-D24FCA7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C9F72620-68BF-4AC7-B7E4-E8F4FC8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CB0D6A32-F604-4C56-B110-56FD0F31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DAFB5607-0714-4590-9717-7F64C43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09700"/>
            <a:ext cx="361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210CA0EE-FE7C-4991-A990-4C92D52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D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DCF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E923C81E-ADB9-4CB7-A2FE-47CF47BE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DODGE</a:t>
            </a:r>
          </a:p>
        </p:txBody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87EA48D5-64D4-47C2-BEB9-99CA178D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10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4FFB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4FFBD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7604C68D-A6BE-4608-8F3B-DE83A07B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FF7645C5-FB71-416A-A21B-B292471F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76900"/>
            <a:ext cx="3924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084C2319-81EB-4A66-AE35-C8FD87F0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15000"/>
            <a:ext cx="384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5F785F5C-B564-4595-B8AB-1F5F731A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72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ONE SENTENCE</a:t>
            </a:r>
          </a:p>
        </p:txBody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8555B5C3-334F-4D1D-8DCF-37F30BC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198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FB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BFF"/>
                </a:solidFill>
                <a:latin typeface="Arial"/>
                <a:ea typeface="Arial"/>
                <a:cs typeface="Arial"/>
              </a:rPr>
              <a:t>Stopping becomes strategy.</a:t>
            </a:r>
          </a:p>
        </p:txBody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AFBA18CB-5252-4DDA-9D94-A24E97D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7B8"/>
                </a:solidFill>
                <a:latin typeface="Arial"/>
                <a:ea typeface="Arial"/>
                <a:cs typeface="Arial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2417539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3B025-8B55-4912-B3A9-102908E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B45C-2819-417C-8A1D-8B3AC78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D0C25-7C64-4351-933D-FEAAAADE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2D8DD-D958-42E2-9011-9D9D23BB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F2250-40DB-4648-A9A6-E5FF2FA1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16C00-2BB4-4968-87FC-933A20EF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0A8BC-1E80-4FCD-B5A8-49B9CEA0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8121E-C5F9-4801-932A-BAB00FDC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654BC-4FA1-4C24-B355-9EB4CBC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955D3-5BA5-4024-996E-7BFBF6F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BB11B-EC55-49C8-8DC9-F298C4B2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82D49-4F88-41F7-A55E-0C144422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D3BCD-D9BD-4E74-A055-DC1A8E75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28973-8716-4530-AE48-481EE17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D66C2-8C90-4F9D-9CBB-51E729E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C12A-48F3-43AF-93CC-33FE5CC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1F8CE-3DFD-4903-8C8C-5A274205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3A941-8E85-4C3A-9CC9-EE0C0EF1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8D1B6-219F-42AD-B024-FD45B9C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B57A7-4330-44E4-9868-32C1AE78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753C9-5B6F-44D8-8461-CDCF4A3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64F08-56C2-4CF3-93F7-8F30A10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ADAE8-B524-490A-915B-C86E1B7C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0BF16-CD4D-4BEC-87E5-C8F95F6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EA6E7-F557-4867-A5A7-12FCF2D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96514-52BF-410F-AB4C-9DBE002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9873D-DFB4-454B-BA3A-7D4DC4E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DAC28A-6E58-4CCC-936D-EDD4E503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24F99-09BA-48F8-A7A1-2F777E8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DCA99-04BF-44A8-B4BE-8816752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F963C-DC59-4405-AB31-75F99D95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47999A-6F59-404A-B774-7D1DF943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AE0042-19EC-49B7-B1C1-77CE0C90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F2B0B-F5EA-497E-99C7-7F2BE0B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1DEB80-190F-4498-87B4-8E1BBC68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66153A-2B48-42B2-BC75-A4436013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9E3487-EA65-4512-B03D-3082A21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E8C882-ABBF-4BCC-A868-4617E79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9BEFB1-2B3F-4E94-8662-63557176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796DC-B798-42AE-8836-2A8CA3B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C832E1-BD62-435C-9E3D-080B752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3BCAF9-2205-4C21-8E9C-67D56EFB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76B213-83A9-47C8-BE0C-2E2984B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79DAD4-8459-4287-82B9-C1A16F1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15F68-35E9-4DB9-86A6-FB54FA7F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2B4C5-2A36-49B6-8F17-59A55179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FC8F1A-DC3A-4290-A065-03E7379A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B81421-99ED-453B-9955-CC69BB3C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2F305A-1110-4CA4-9428-6521A29D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4FA49F-CEFA-475C-B423-4A06A3C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4C19C9-B347-4499-9EB8-093A9ACC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469E70-6E9E-4DB8-8DC1-E0BF9C60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4AF8BC-DE75-4443-90A9-560440C7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392BE2-56E7-439A-A1B5-694D754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2F8B7E-1245-47B6-8B00-DB496AD6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D01BA8-3BFE-4C9A-9CF1-B6955F7A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796351-A36E-456D-9D34-B5251BC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8FD288-7C25-4386-9C7D-0F62D26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B1478F-31FE-4E42-8F17-A593B7DE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20E734-5190-43A7-B120-A6A08A86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9A9C694-D226-46B0-97CA-5B55E048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6060D7-2104-481A-9C1D-F29A9C01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CAF5FF-C386-4BA4-9B26-3BE2CF9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C0F15C-4AD4-49FA-BEBE-A217D3A2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84EFE1-FB2D-40EF-84D2-11B9502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5E4C21-BCC1-4F54-892D-569A784D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2B06DF-DB96-400E-907E-503A6AF1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A22392-18CD-48E8-A4F8-C1A2AD0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F82ED1-F86A-476A-A2A7-04976E2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B9C3D5-3735-48F4-873C-C80FB8D8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6C64F9-BDF8-4499-899B-CA29950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F85FC6-5069-43CB-9D03-CFC4396C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9C1C8E-6D8A-4BC5-98AE-C6B5C7C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3BD784-4D11-462C-9C7F-3A1EB292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082E1F0-9830-478F-AA8D-DF68206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5D2E07-F792-4046-8309-146D18D0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CDAB0B-98DC-4D32-B698-79CC0F5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E7B638-BE31-4069-A986-1AD2FC7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3584C7-C312-4E74-A608-AEA09F5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1A979E-5E24-4DCF-857B-502F264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4A3A7A-BB29-472A-AA2A-66EE9C9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5E96DDB-8B6F-49A7-AD5A-C66D6436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1CA2CB2-C837-4680-AC22-88AAEF5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4B6EC6-ACBF-4E5D-A751-8F24F926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B576F2-6E2A-4C35-8820-E81C74A6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CD3740-B176-4554-B93E-392677E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9FD510-4ED9-4FFE-9320-864AED4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098D165-8F59-4D91-A711-652CAC71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8DD2A04-52A7-4054-98EE-9D8D7F9F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FFC741-F3D2-43FE-8B78-320443C8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183FD0-396E-461D-924D-ED41C8E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FB77EF-20C7-47BE-883A-04487735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42153C-DD7F-4645-A8BC-3C2A223D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13591D-F767-4D02-9E22-B485675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EA5D45-3F46-429E-830F-30BB4D0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95A12F0-3BE1-40CD-892B-C89AEB96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54E572E-D855-4521-BC93-40F49874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6652AF-3C90-4E0D-8ADE-EA356B6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2F1B8A-5545-4C29-8CF8-92DD15D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08C00B3-E18F-42FE-93A2-30E4C414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75B59B3-AFF6-4A33-A486-6B648F8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9A8F6BF-DA6D-4A51-B527-57A1C2F9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FBAC00-1320-48D8-A3DD-A3BC2C8F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37AF4F-15E7-4B1B-A5AB-E2B7A238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0EA120E-D87D-4756-AC0C-8C07116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F2CC5A0-EDE0-4833-BF30-68DAFBCC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81FB038-A884-4519-AD82-FF6D64D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A2ADA72-92C5-4905-9A2B-D984727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64B18EE-2AFE-49EF-B436-6D92DFF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522AFD-A9E0-41AE-88BC-949EAC96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0D17669-B6D7-46F9-A36A-57097D2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BC747F-9A1B-4132-A007-566E910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0F2F33-9B75-425C-8550-0D8B822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FC68CE2-E507-4E69-BF10-76012DD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EE34C72-3A7F-440D-81E6-5DB41865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2A4F0A-FD64-40BB-9272-09E5226C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FF9E41-1F8B-46CB-96C7-BF4AE0EA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A4F070-05B6-4DFE-ACE5-C6FD7DB3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54B8CA0-6D78-4FA6-ABBF-1B61310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EC9C5D-A760-48C1-8373-0C36A75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41DF88F-261C-41E0-9134-8A903763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7A8FACB-7CAE-4428-B62C-F10026E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A6738B-DA81-4901-B4A1-BD644E8C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FE567B6-DE3D-4B51-9BE6-96EE2A5E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EFE1EF-B999-4990-84D6-863DB559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BFD857-7DDE-4C33-B182-DF89BD8E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F7245AD-A75E-4CB2-B58A-2CB4084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F8FA38E-0520-429E-B1A9-6376B95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F981E97-BB36-4585-BB2C-12C0E545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ADF115-16D8-47E3-B584-E12EF77C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77BEC46-C6C0-49C8-8F47-3427D3C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3BE98D-9620-4A6D-89E5-FB50B25A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4965757-E331-472F-85A6-D684956D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9FD14A2-3B47-486A-89BC-FA58048E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2AF20FB-FCC7-40CC-B471-6DC72C3D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B42939D-3E77-4DBC-846E-84EEE96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CE6BB95-6C5D-4A4B-B1EB-0F6962B4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0E7A03C-B9F8-4039-81B2-71E10F0E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49BA563-4CB3-48A7-B7C1-65BC2BA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EAE8BC4-AFD5-43E2-8918-FCCF961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1323F79-9995-4867-95A9-8DFA4E0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38A454F-4EC2-4115-B516-A9291892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50B73BD-3477-470A-9B86-09951DC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00CA194-EB23-4F01-AC6D-A939009A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7309901-6122-49C2-AE96-B4D4EE75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A80F8A0-6803-4902-A0AC-6D0FA90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F7B6D40-F8DF-4127-86F9-EFCA27C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E2F7D05-8FC0-479B-BBFB-CBC4BEF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4CAE39A-44D2-43BE-A6F3-B0BF61F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A5D1779-5F7D-4A47-9A6A-AC39C04E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D126A1A-6709-40EF-BE41-74922022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0F2F5FE-1B82-4983-8382-DC3D0F43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9507E56-2126-4A52-8121-E5CD4DF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AE7185-326F-402E-9D13-451B42D6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623A076-6CDC-4651-8D9E-D86876A3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A371306-A1EC-4954-88A0-ACF3134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A78C105-6EFB-4682-9469-54527C9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647591D-ADF7-474F-AD46-EAF0087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6FE2C6A-1786-46F0-92EA-CC08275A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3D127D0-E311-4E77-9750-9677285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CEFB16C-FFCB-4293-B860-ED1A3D8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033F8C4-7A00-4E07-874B-D25DE5DE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C31CD27-48C9-4414-8CA2-52645D2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EC45512-764F-4615-A63F-73FB4C2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6627625-767F-4BA5-B276-DDD0F93E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8A58AFB-2AEE-44B7-93D7-9FDC820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1BCDBE8-6B37-4EBA-8F26-10E4E25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23E7DE9-4B52-44D2-B907-FE34845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D7A9D87-5BB2-4F47-BD8B-9ED0C333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FFD9B20-FDC8-46C9-A696-92E77C7A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ADA1B7A-0C1B-43FF-9834-CCA4FD4D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43261F3-288F-45F2-8CDF-124F424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2B87050-06F2-4FAD-809E-CDFC6E5E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092DF72-C39D-455A-BF85-98765A9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60D86C6-1650-48BB-B4A5-B257DFC9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CF3EC47-EB5F-401F-BADB-316CDABD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9D9B78D-431D-4905-9C86-BD7F9661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C95521C-B092-45C0-A37F-4A4E0E1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C34ECA1-A663-470A-842C-EAB877B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BA7314D-0C0C-44D0-9B93-0A4A968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5799D68-A79D-4CF4-84DF-AFE8CC9B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9362DC6-1760-4A90-AC41-D498186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DEEA780-18BA-41CB-A562-7C3CDA97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C362DE8-C9DD-4A97-A5B3-55CB35D6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6D39537-3371-4FD0-9EFB-AAAFE46B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D6B51AA-C7EA-4482-A3CD-70AEFD9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EAEDA8C-6AC7-4E3D-80C0-97AC9FC3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312A6B6-B1D1-42A1-9ED3-E7025F6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6EAC048-81F2-482C-83C1-E5A1184E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BF3EB06-77D5-4F6F-ADAC-A6D626D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7363CA76-B38C-449D-88A1-55495CA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70DD79B-1DD4-4F9E-8E4A-8CB2592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3B88DAB-A394-4092-B89D-053D6E5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A99DE75-5EE4-4222-914C-208A209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EFD632D-036A-4C57-9680-ED3CAA30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1638E60-0398-4883-8D12-E4D556F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E4DC21E-30F0-400F-9AC2-84A4616D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A99052C-BC52-4DD9-A8FF-B23D4F6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D03F804-389B-407D-A89D-3EF0505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CB81F11-6E07-47E9-B903-BE0490C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CC57862-A380-420B-B1AC-3A45F9B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8B67F3DD-7C56-4C03-87A0-12FE1C7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3912D10-94A5-40FF-925D-67210C5E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90458262-8A07-4009-BA53-DFBF4313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ED6A9F3-BE49-4BC2-8F1B-5B4EA885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10A1039-D309-4E95-A5A0-172C6DA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773D564F-D013-43D9-AFB6-35F05EA1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7DDDEA4-870F-488E-827E-A74FAF9B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6D650EF-8427-42FD-B757-AD01271D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3F01AEE-0FF8-4A10-AD18-C975B793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F1F1053-929D-43D2-9408-165EC2D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BA3473F2-BE9F-4BA0-9865-26EB01E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3085DC3-9FC6-4F87-B8C9-9FFDA2C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6737640-87A4-431B-A70C-D1107F3B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01DD3BB-AC45-4089-ACE9-1DD4917B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271AC78-D18B-41F5-B530-B8A02FFD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0C795AE-BF9C-4D96-A3F1-1674F0B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71641F7-E5D2-4A45-A74E-9AB4245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975587A-121A-44F5-B126-C1ADE85B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F04B893-9467-41D6-9C8B-55BEDFDD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3F6815D-0FF5-4CB8-BAB1-1992DF6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9509CBA-36F0-4472-A083-5FF7AF5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1C89A74-D998-4F0A-87F9-A29A5023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9822E8F-8DE2-4E84-9CEE-95D4D95C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AD24767-22D2-4CA3-91D9-F23BC02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EDF6061-B829-434C-896A-7045728A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22D72CF4-9C18-4383-94CF-236E652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717FEC6-66C4-4B72-8068-FC1CDBAA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727760E-FCE7-4A99-B59E-8E4D5534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2A53F3D-73FB-421A-A24D-6844AAB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91596D4-EA5A-46E4-80B8-DFB0321E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C8F0D34-03EB-4A8C-B015-6C68CD6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3984968-902A-4B66-B30D-51A65F90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788C752-95CA-451C-BF61-E5BB7B79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8665828-1DD7-4824-A250-E719CFCF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6D80C24-C7E6-45F3-A77A-29FD8567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3340EB3-DB71-4A97-99AF-7668ACA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267A35F-5ABC-4041-A439-A2827E48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C696E8D-0C05-4958-A159-D4B01F7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2D9BE198-C56F-4D7C-96CF-FB2C9F38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6F7106F-D164-44EA-98A4-BE605465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07413A-8605-423D-A1CB-39088B9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3E5767D-C030-4A67-8B94-B1429EDE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44EA791-2A0D-43B3-B9C6-48984109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F1985FF-D3CA-4C94-8EE0-9452247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FBE34F5-7239-47AF-83BA-42C5A65E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FC9E3FB-A8F7-44D2-B986-290506F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F7FBBB6F-EEE2-4D63-AB5B-E3EFDD8C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938EED4E-073A-4C74-ADDE-1358DB90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242EA93-D801-4D89-9727-DBFEB384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A0C450D-1159-4BF5-8FDA-18E5CDD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3DE7BCA-F155-4A0D-B551-13A8891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9399015-F868-400D-9F15-81CA2FA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4147FF5-55F1-4F91-B26B-C2BA2EF1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41C6E7F-2170-4898-B55E-C05E95F7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317FD424-0DAD-45C5-993C-ECAC0C8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46AB95A-D5DF-470E-BCBD-10290A9A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7CC3CA8-DFED-49A3-B44E-6F782C28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C685C89D-B14E-459A-9766-7FEEDECC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83FCD7B-1808-4EC1-ABB2-C52342B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BD6AECF-E1C9-4B82-BA46-A06FAA7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73A933A-A834-48B5-8983-6F2F62F6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6037055-655A-4289-8D40-F577AEF0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43198F9-E367-41CB-98D8-F16D32A8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CB64852-DBD1-45AB-9DBB-DDD3D5B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4CAEA16-ED98-40A4-94D6-D740F37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1271B5F-48F2-4A8F-A53E-F5B94A3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CEC3053-ED9E-4048-88B5-55884D60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2B5B54D-CEAA-420B-8156-3BE4650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4CEC379-5DAA-41EE-98D3-FE20A975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FD7D969-FDC4-46AE-8ECF-F9F68394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621DF3BD-8A8A-45E6-A02D-0C3B03DB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1B87C12D-F81F-4230-8A7D-D260F0F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A305DA6-D1D8-4A04-8123-A7DBCE0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839F1DD-2466-4C03-8C09-3A93385B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D61BF54-95F6-4E6B-9D80-F82273B3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E3A9449-D398-47AA-801C-096D5E09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9730F98-4C4A-4B2C-B17A-50C2909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CA050799-9355-4096-8ABC-D01C66C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AF495DF-80BA-47C7-ADB0-9A2DF36C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F7BBBD7-9867-457B-AB3C-D9098DCC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F550B95-E58B-4665-A7B0-15558FA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DABFE5E-5AC7-48D3-A0A2-23554FFB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51F3FA9-588E-452C-9230-628E0F3C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F210BF7-5F65-4A47-8EDD-5AAB120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7823520-F527-48F0-9303-71E9289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97247AC-8C32-404D-9CFD-B5509D56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018C0E4-C4DC-4DC7-84AB-23647DA5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5813E1A-B8CC-4F57-92EC-19A328F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2AF188E-3399-4694-81E6-489D322A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42B00F7-FE3D-4935-962F-7DB0122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416EA0B-15AD-45BB-B925-188B8A5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B1ADA71-1819-42B1-ADD3-3C8D46C1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FC7C258-78C9-4CD5-BAA6-AE4CF06F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99EBD46-F5D3-452A-839C-359FD0E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AEBC35F-12FF-4BC8-80DC-BBD500A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3EC3704-81B6-42F4-ABFC-CF0CE79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6317DE8-ADA5-415D-9815-4652118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73558A5-E51A-4379-96B7-486496D6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3C46D82-D9F3-40AD-A806-A47AEEAF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76EC826-8F4D-4BCE-BD66-DEC2A2D1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C3D9501-E1CF-452C-B3E4-158E1A0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0C727F1-5A19-45C6-A388-0DE38711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21BFEB7-53B2-4AC6-9C6B-0A1466A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FC6800CB-5B18-480B-850B-5DDE71EC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9906048-D1D6-42BF-80A9-D3936AC3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75DACD6-044C-4A99-AD36-FAC8FDF1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BCDB51FC-A649-4408-8D66-3DBCAA1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286934E-0375-4514-B756-1A90BDE0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0E5EB5D6-8ECE-4FD5-85B6-78A3CB90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F8D9ABC-6570-4579-B828-3AB1A7EC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7AED88FA-70D9-474F-8078-40BEDF54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8E02553-3FEC-4881-991E-6881BCFB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5A0EFA7-145F-4C33-822E-48401514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887889CC-9BAE-4E41-93AC-99F5C658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FA8D065-2778-4BA4-B564-A2646417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6FB8B34-3F8B-4182-9708-37E4C8D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C88382A-762B-4259-93A1-06120BA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DEA106A3-AA09-48FC-9A91-5E7165C7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50619E9-1FE4-449F-94CF-EF812A6A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8A007D93-C99A-4AEC-A585-673F9DB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8B1708F3-8CA1-4D3A-88E5-9E30F72D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D4307CC-B4C5-467C-A2F2-81A1297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B6CE72F-BD74-4AA7-ACDB-A305EDBB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78E1AE6-1241-4D00-A60A-9F22209C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255452E-9C17-45CC-9F2C-A689196E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02  HOW TO PLAY</a:t>
            </a:r>
          </a:p>
        </p:txBody>
      </p:sp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dc7c83c5244aa"/>
          <a:stretch xmlns:a="http://schemas.openxmlformats.org/drawingml/2006/main"/>
        </p:blipFill>
        <p:spPr>
          <a:xfrm xmlns:a="http://schemas.openxmlformats.org/drawingml/2006/main">
            <a:off x="723900" y="895350"/>
            <a:ext cx="7239000" cy="552450"/>
          </a:xfrm>
          <a:prstGeom xmlns:a="http://schemas.openxmlformats.org/drawingml/2006/main" prst="rect">
            <a:avLst/>
          </a:prstGeom>
        </p:spPr>
      </p:pic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8b99dd3134784"/>
          <a:stretch xmlns:a="http://schemas.openxmlformats.org/drawingml/2006/main"/>
        </p:blipFill>
        <p:spPr>
          <a:xfrm xmlns:a="http://schemas.openxmlformats.org/drawingml/2006/main">
            <a:off x="723900" y="1562100"/>
            <a:ext cx="8286750" cy="704850"/>
          </a:xfrm>
          <a:prstGeom xmlns:a="http://schemas.openxmlformats.org/drawingml/2006/main" prst="rect">
            <a:avLst/>
          </a:prstGeom>
        </p:spPr>
      </p:pic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FD849ED-8E8C-41F9-A54A-6701167A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38200"/>
            <a:ext cx="2190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2953DD5-BFC0-4E4E-924F-0EF75AEB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876300"/>
            <a:ext cx="2114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2DE1D43-767B-4297-A0F2-B8F69C4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14400"/>
            <a:ext cx="2038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DF5B229F-BC6E-49D5-8DCA-CC1C605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477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TIME RULE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6F21AFC-FFA7-45C9-AC86-E05CF68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AADACDE-BE8A-43E7-AAEF-495DBCEC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002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F15357B9-87B2-474E-B40C-317A916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084B64F7-0775-4FA2-8CC3-9615243E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335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D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DC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8E2103E-D101-4C76-A1C5-A1829DCB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5430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1D54640C-BE93-41D9-9510-FEFCDCBD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526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4F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4F78"/>
                </a:solidFill>
                <a:latin typeface="Arial"/>
                <a:ea typeface="Arial"/>
                <a:cs typeface="Arial"/>
              </a:rPr>
              <a:t>FIRE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06C24225-C06D-4D0B-97BB-5FC68FB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1FA23458-2D75-416C-B5D5-79014F44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BE646DC-44E8-4CA9-B179-357435A1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77AB344-06A5-4477-81ED-02666D0E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6D3C504-76CD-4A3E-9BEC-AB8A2879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8C3139B-09C6-4C47-B499-D2C4703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27" y="337834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ADE47F9-5AB9-4746-BC49-6D8AC04D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98" y="342123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DCE8BE18-A0DF-47B2-8A0D-2B06952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71" y="34607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1F9F1C2A-F065-4801-9911-4BA2965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97" y="349539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F076827-A3F8-48ED-9CD6-D0B3F53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221" y="352382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5C54E60-0581-4A5D-AE25-160734B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32" y="354494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1E0273A-7E3B-4978-929C-34B850C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80" y="355795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C15E3BB4-F4B3-4EEC-9204-CEF3CD7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20B7061-6EC3-40F5-8FD1-BA3863A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20" y="355795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19852496-FAB3-4C06-9250-3276BBD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68" y="354494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6ACB97E-45A4-43CD-A59F-7A1E9669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79" y="3523824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78B7DEC-8CE1-481E-8288-BC892A87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3" y="349539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5FCAB5B0-8C44-425C-8E1F-54ED470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29" y="34607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E449174-AD18-4108-BFC5-18145AFB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02" y="342123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6AFBBA2-FE8D-4214-BB1C-A773CFA7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73" y="337834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1E4C5DB-B15F-4845-B681-9FC808C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6FF34543-5AB1-4F1E-8DA4-379AD0DE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73" y="328915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26DF45F-2944-4003-AA88-05490BC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02" y="324626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FB769D0-8918-4926-8E08-797C45B7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29" y="32067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752BBEC-FBCE-46EE-A894-8B13BA8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3" y="317210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61B93298-39B2-4C39-AEB1-CE98D3B1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79" y="314367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39315E9-FBF6-455A-9669-FBF66BDC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68" y="312255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AF69E93-0987-4F9A-B6A8-D359588B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120" y="310954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D37FC76F-E43F-4394-9CB6-AF5F1873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61E1D38D-1D22-4653-9FB1-C1E580C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80" y="310954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C0B75034-6355-44ED-8788-07DEEDE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32" y="312255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A98D316-BC7F-45DA-B058-C62A56D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221" y="3143676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F65745D-A3D3-4959-923B-16A7C3B3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97" y="317210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36C4C7DF-690B-4713-91AB-79864F1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71" y="32067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1BAD1FDB-AB6C-471D-8A76-7267A22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98" y="324626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C096A0E4-2DEF-4494-A187-8BF1BD8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927" y="328915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9673B46-5C21-40D3-BA8D-5D30A997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670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03DF2BE-8EEF-47DB-852D-CAB709B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051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D0DA49D-58CB-4193-8AC3-463EDDF4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96DA457-D6CF-483F-9C5D-74BAA56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3" y="3529013"/>
            <a:ext cx="220028" cy="41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137E882-8211-4E53-AC8C-2ABA87A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3" y="3256598"/>
            <a:ext cx="18859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95C3254-DD5C-4D12-B193-0D8104A6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" y="3288030"/>
            <a:ext cx="146685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000B3C30-0F39-49DA-B406-90CF82D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3" y="3350895"/>
            <a:ext cx="62865" cy="8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DC3950E-20AC-4261-8641-3A6C82B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98" y="3361373"/>
            <a:ext cx="73343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pic>
        <p:nvPicPr>
          <p:cNvPr id="3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5f9e0d13b4781"/>
          <a:stretch xmlns:a="http://schemas.openxmlformats.org/drawingml/2006/main"/>
        </p:blipFill>
        <p:spPr>
          <a:xfrm xmlns:a="http://schemas.openxmlformats.org/drawingml/2006/main">
            <a:off x="895350" y="3771900"/>
            <a:ext cx="2038350" cy="666750"/>
          </a:xfrm>
          <a:prstGeom xmlns:a="http://schemas.openxmlformats.org/drawingml/2006/main" prst="rect">
            <a:avLst/>
          </a:prstGeom>
        </p:spPr>
      </p:pic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4C87D614-E1C9-4E9E-9012-A49B750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17F3338F-4DA1-487A-B965-A48F90C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57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AF86ACF-8CD8-4255-8180-CFED6E0B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BD6A34D0-0218-4553-B7B2-C01A3C3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7655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03AADF09-598F-4167-8F27-90B0913D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E297D5A-E6F0-48A3-A2A9-49A13A2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B1EA8B6E-D8A1-4745-8855-CF766B1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D5DC6C88-A8BC-4C8A-82D7-21DA79F2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4AF6B17-3AC3-4A16-8EB3-BA5C4324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653" y="3490913"/>
            <a:ext cx="220028" cy="41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E7DA6632-53E3-461E-B48D-2A0A983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653" y="3218498"/>
            <a:ext cx="18859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F4E3BAC-2687-4CEB-9398-80DE7B1F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085" y="3249930"/>
            <a:ext cx="146685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2DE7D6D-31EB-4BF3-9B05-EA4C665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3312795"/>
            <a:ext cx="62865" cy="8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E169A80-A86D-4052-BFD9-69EF3A3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248" y="3323273"/>
            <a:ext cx="73343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65DEFDDE-5723-456B-BE8D-905B752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4752A7F-7875-488C-A554-FB7933EF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8FF9B304-A2C2-41DF-8849-A1DF6B7A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C60F064-AD6A-4CE4-9DA9-7C954C46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pic>
        <p:nvPicPr>
          <p:cNvPr id="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2aa277d4b4a9a"/>
          <a:stretch xmlns:a="http://schemas.openxmlformats.org/drawingml/2006/main"/>
        </p:blipFill>
        <p:spPr>
          <a:xfrm xmlns:a="http://schemas.openxmlformats.org/drawingml/2006/main">
            <a:off x="3733800" y="3771900"/>
            <a:ext cx="2038350" cy="666750"/>
          </a:xfrm>
          <a:prstGeom xmlns:a="http://schemas.openxmlformats.org/drawingml/2006/main" prst="rect">
            <a:avLst/>
          </a:prstGeom>
        </p:spPr>
      </p:pic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D9DB30B-6903-4F36-A095-5A50268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E8EF31C-C06D-409D-88C4-9F507216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50F45394-7569-413D-9DC3-CCD8678F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F7C25275-50B8-407B-833C-F6EAB230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316926A-467D-43D4-8C5D-56E2091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0B21D76-95DD-493D-BB35-B99C513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4229AE3-9E1A-46C2-ACBC-C5291D7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EFE3D80-835C-415A-A0E1-CEE4AD11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453" y="3490913"/>
            <a:ext cx="220028" cy="41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333908B3-E720-4C17-8651-613FB3A3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453" y="3218498"/>
            <a:ext cx="18859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67439728-8B69-443E-8BC1-D5A5E43B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885" y="3249930"/>
            <a:ext cx="146685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556694AE-63C4-49DA-9A93-6505BA8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273" y="3312795"/>
            <a:ext cx="62865" cy="89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E6495A4-74FD-4769-B9DF-10ABF98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048" y="3323273"/>
            <a:ext cx="73343" cy="471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E59A6BB-6A1B-44BA-892A-5F9A2644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953" y="3449003"/>
            <a:ext cx="209550" cy="366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FEC31BB-E9A7-442B-A5D3-D16F590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39453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7FD66F6A-FE4A-4129-A671-F28E796E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146" y="3276124"/>
            <a:ext cx="136208" cy="130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10ADFFE-16AF-4D12-9EC9-E1CC288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056" y="3323273"/>
            <a:ext cx="26194" cy="26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D6642844-4990-473E-A392-C7F0D8F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444" y="3323273"/>
            <a:ext cx="26194" cy="26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E86B66D-7D79-4550-8BB4-3B7FFC6C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F6E80D09-4782-4731-8AB8-52A38E92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54c23d4cd4890"/>
          <a:stretch xmlns:a="http://schemas.openxmlformats.org/drawingml/2006/main"/>
        </p:blipFill>
        <p:spPr>
          <a:xfrm xmlns:a="http://schemas.openxmlformats.org/drawingml/2006/main">
            <a:off x="6572250" y="3771900"/>
            <a:ext cx="2038350" cy="666750"/>
          </a:xfrm>
          <a:prstGeom xmlns:a="http://schemas.openxmlformats.org/drawingml/2006/main" prst="rect">
            <a:avLst/>
          </a:prstGeom>
        </p:spPr>
      </p:pic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36C71BB-4D8B-4610-9781-84693F9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419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CE5FC55F-D6D9-4257-BF3F-61975AD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F0F4EEC-92B2-4B02-8CF2-7181677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20CDDB87-1CEB-495E-AD05-275FB03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024253C-F93E-4D90-8BE8-140CFF6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14650"/>
            <a:ext cx="217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8FD5254-F126-4EDA-9093-1AD663A6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2095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BBE1316B-9AD4-4110-8BEE-A6725AA0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72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EBCED70-D719-4B69-B97C-D931BCF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D81DDE0-C496-4702-9BB7-883252D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08AC5F4-278D-48DD-9C7A-5965176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pic>
        <p:nvPicPr>
          <p:cNvPr id="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682bfb66648a6"/>
          <a:stretch xmlns:a="http://schemas.openxmlformats.org/drawingml/2006/main"/>
        </p:blipFill>
        <p:spPr>
          <a:xfrm xmlns:a="http://schemas.openxmlformats.org/drawingml/2006/main">
            <a:off x="9410700" y="3771900"/>
            <a:ext cx="2038350" cy="666750"/>
          </a:xfrm>
          <a:prstGeom xmlns:a="http://schemas.openxmlformats.org/drawingml/2006/main" prst="rect">
            <a:avLst/>
          </a:prstGeom>
        </p:spPr>
      </p:pic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1C97345-9D7D-4581-BAA7-497640B7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34A23B5-7B3C-4DE9-B9BF-9F4BC8B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96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96C5E598-6135-4974-8235-7E8FC3BF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42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3F258B5-DA68-471A-84CA-2638218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26479AE-D0F0-4451-ABE3-0A1BD5D1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A38AEB0-10B6-460B-866C-C467F0C9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7692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3050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50C"/>
                </a:solidFill>
                <a:latin typeface="Arial"/>
                <a:ea typeface="Arial"/>
                <a:cs typeface="Arial"/>
              </a:rPr>
              <a:t>WASD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FA4B4F87-69E6-4AF9-846F-68DD5AAB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F3F8276-73D3-4501-B4E6-785355D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293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656C082-623B-48D2-92B2-B100715E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7692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3050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50C"/>
                </a:solidFill>
                <a:latin typeface="Arial"/>
                <a:ea typeface="Arial"/>
                <a:cs typeface="Arial"/>
              </a:rPr>
              <a:t>MOUSE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33A45689-67C5-4683-A035-3F0BA814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9120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6F024B1-F436-4848-A2DA-37B82321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29300"/>
            <a:ext cx="838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CA268E42-6FA6-4FD8-829F-47B8EB2E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76925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3050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3050C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pic>
        <p:nvPicPr>
          <p:cNvPr id="4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1d3e003ac4af5"/>
          <a:stretch xmlns:a="http://schemas.openxmlformats.org/drawingml/2006/main"/>
        </p:blipFill>
        <p:spPr>
          <a:xfrm xmlns:a="http://schemas.openxmlformats.org/drawingml/2006/main">
            <a:off x="4648200" y="5829300"/>
            <a:ext cx="6191250" cy="381000"/>
          </a:xfrm>
          <a:prstGeom xmlns:a="http://schemas.openxmlformats.org/drawingml/2006/main" prst="rect">
            <a:avLst/>
          </a:prstGeom>
        </p:spPr>
      </p:pic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035BAD7-97F9-4ABE-A69E-5709184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7B8"/>
                </a:solidFill>
                <a:latin typeface="Arial"/>
                <a:ea typeface="Arial"/>
                <a:cs typeface="Arial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9212501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A9D3F-6837-4598-B049-FA9FBB4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8F4E9-D67F-45B1-B37B-44BB205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C0471-CC02-4560-BED3-83B8E95A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7629F-E9F3-492C-8FB7-3F6DE100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E88B3-F8CF-44AD-8427-AF2CB7FB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14720-D959-4370-A9F8-A4F5C4A3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73662-2446-4C0F-A733-EFD3ABDF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52673-93B8-4CA4-B152-D4D555B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FBC2B-DCCC-40A7-8711-66BE07F7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02A0E-E295-44BE-8D85-ED9C2373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58178-DA4C-4D6E-957C-E9A8D179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EE62F-B5BD-460B-B96B-FD1EA51A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CFC5B-31E4-4634-898F-23DF2C6C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F0413-FCF7-487D-8C6E-77C75514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0B321-BC6F-4628-A3E2-A88FA06D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66034-FC39-45CB-AC83-857E297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8351F-FF24-4746-872B-FD3ABA36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4AFCE-D634-44F1-9C28-C9AEDA84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4CCD7-D7E0-4548-8D8A-9DE7B7D7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C7743-0157-467D-A156-B9C79C9D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F47A1-04DB-42F1-AB70-D21B4A7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4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F4D5D-F95E-42E2-B6BC-AE1DE38E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1D800-D38F-463B-A5B8-09240D8A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BAB03-9F98-432C-A9C4-51DA429D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A7C69-6FB9-4C64-93F2-0EDE681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37C9A-8100-41AF-B6BC-8DB05710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5805C-95C6-4152-A53E-3BF6EFC8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27E8B-2BAA-4440-919E-49B3D57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99FF5-FD79-4DE6-BC3C-7ACC0A6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44344A-C668-4E4A-BB2C-85C3F7C3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6451F-0528-40EA-BFD6-61DBF6F6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B42BD-2E5D-4065-9673-047F6C26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8D8D99-20C9-4DD1-923F-298A042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933FE-EE43-4C75-A1E5-40886C71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10D31-D2E2-4B0B-A1C6-CB2919AB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FEB11-DC90-4D66-B585-CC37D511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3FE48-A459-40B3-A903-7E5ADC2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5A919-E0A0-4BF9-87FF-0C390EA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561B7-864B-48A0-A137-F7BEC11C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734FAF-4550-4DAD-A021-73BAE3A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D729A0-0101-477A-A93C-97B895B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23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D823AD-A6C9-4B01-9CC1-8CC5264D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33FBCF-4649-423C-9F9C-F3393541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2BA914-448B-4ED2-AE3D-C989ECA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3F062F-9484-4A31-86B8-8A96CE2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F87D2F-2B4F-4C44-802A-77CD38B0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96F0BA-ED95-407D-82FB-1BE75E2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728694-FE0D-4511-AD12-6411A264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3C43AC-F37D-4F93-A247-C80305E9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C2F4B4-D010-40E1-A9F9-79CD5509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8060E3-A21D-492A-BD63-3C10EF3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91A546-12F8-49ED-B387-F8D741B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F9A5D8-75EE-4A29-8441-CEFB2DA6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9A6815-0894-4E1B-BA9F-6F6436F7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DA70B6-862E-4FC1-8C2F-045A6413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E0AAF7-01FC-44D0-AD8B-51BCE52F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3C56A5-121A-4BD8-8FA8-BF4FF358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F56C4D-1BEA-4F39-BE0A-8326860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8FAB79-6FEC-48B3-BD17-8CB85A4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1A679E-5290-4CF5-9C5F-1D02A48E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BC11F3-E57E-4276-AD40-FD537309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143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9CC5B7-D19A-4FF3-9702-A9FA569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FEBD9C-F59D-4BDC-A04D-7C9E1AB1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3753AE-E500-4A51-8325-E538DEC1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866A51-9E4B-4DD4-972E-B7A8E415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60FB42-B45D-429E-95E0-10641356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DCE77D-7078-44ED-97B9-6C6673C0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A20DCF-54B4-4967-AF60-29746368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5DBCC4-7612-4408-B3EE-1695E2FC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2560BA-9977-4177-9B87-7000B44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83B32D-D168-406B-B3CA-22C4318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581CCF-F775-4782-A141-E87546C2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3DFF76-56D5-40F8-96E9-BA8BE1A6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9545C9-5553-482C-B9BA-D649864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8894F8-4F1C-4C5D-8956-EED485FC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A213B0-9D04-4F01-9234-CF04D41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3DCCFF-B3D9-4393-9A26-9ED7AD7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AEE25A-75D5-4F28-AE85-06E7506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AB50C4-C8D7-4085-8439-13977C3C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E921DB-9604-4463-A8C8-7CFC961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3EFB34-BDF6-43E0-877F-BAA4DE8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562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27D57B-103D-43EB-A7D7-C161786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B4C36E-BF25-44FE-8817-638D62D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956225-D2B6-4106-969D-E4D2400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6C32CC-FCE7-4B96-8884-0F3205C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33CD1B0-AFAC-4EA5-8935-751D96C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76D7B6F-E681-4539-ABE0-B34FE8A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17133F-A9C8-46E1-AE3A-41BEA79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29EAE1-9FE3-4578-8CC7-9B97F172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C5C407F-D296-43C0-B635-FF88FF0C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D068926-3D8B-4E73-B943-D7B7DA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1A9F235-A6C1-41EF-83B1-EDD5CB9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3DD493F-7E9C-4000-8350-F20BEFC5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5C5B2A1-9D02-4438-9F17-0802A16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F5A7A3-690A-48FA-A301-BA5E571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F023E28-024A-484C-AB2F-51A54C9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FE1C78-627A-439F-9927-1308D6D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FB9404-6EA5-4878-8381-AE9D4BC0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94876F7-729B-43E8-994D-A50BABB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2B95C7-0BED-4B71-8FB7-46E3DA57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BCE8E8-461E-48AD-A4A0-4F4DD737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81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60AF0D-6550-4E9F-8E41-F3570121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C5A0DE-F06A-497F-ACD5-A647CC8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DC2439-E9C9-4DD8-A8E2-8E234E68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F416A93-5A59-49C6-9A5A-FA4E286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89615D-CB2C-449B-951C-C883FC41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194E5C1-A134-4E5F-A56B-559FC5D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DDDD7D-779E-4712-814F-DED2DBBB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27ACD12-C21E-4655-9702-E7FF599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FFE529-D19E-4861-8024-34742FE3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2978104-800A-4CCB-8289-BFB766C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93CC9B-A1D2-4A10-AB5C-793531C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7EA60D-0C89-4F46-963A-7CE3F43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B144C0-D1C3-45A4-8C3A-7CBADEB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0C5A99-5A13-4190-A72D-42488F6D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926A4E9-7F9C-4581-BAD5-9E3E6445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B629BC0-28F8-48F1-AF25-1A529EE0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05A771-CE32-44E2-B2C6-EEDCBBC7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F4EEE3A-652A-4C83-B1EF-6AB568ED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092277-71CB-4368-AF1F-B0954BC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A234010-8704-427D-BB11-08B93005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400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B0801BD-074F-4E55-BDDD-C65320D4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5C1C84D-4F6B-4665-938E-82ADD5E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8553204-F3EE-4002-A5D6-A786BCE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F9BF14-4404-4119-9883-E301809D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1A0D3A7-0BFA-4A34-93A9-141646B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05B5DFA-789B-4EB4-9D10-1895D85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4AAAC94-5613-4B0D-B6FC-2E5C99B5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0505607-6339-490E-A635-79C8A6F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280D2F0-A833-4002-8C40-B15E9C1C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8A88BEA-35FC-4BD9-912E-5D3513D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5A01FCB-3466-402A-9B01-B83375BD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744F4C6-91F9-46C8-B9F0-3A503B5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8B8904C-41FC-487F-9F4C-A0A82B8C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6213BA9-60AD-473A-B9FC-9CCAEDC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8CE7FB4-D066-4853-A788-BE71DBA0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3B1995-3D67-47DE-850F-10CF97D7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E3CC3F4-16FC-4B8D-8606-F4D0A76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364378C-79C5-43F6-9373-3C9FDA7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DB3A878-CF62-4F47-A461-96073C1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E00C971-F409-4E6E-8705-BC8CB4F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194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71A6601-724D-45D0-94FE-231EFA12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1247E12-C53D-47A6-B5D7-3C616FCA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DDC76BB-7696-4884-A18B-DDDF6099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28CA86C-6542-4A97-9358-1BD6AE12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07159CB-2BE8-463C-B110-633632AE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16A8B62-688F-4DA3-93AE-23FDF1B9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FC2F656-7B76-4D3A-B73C-C25D9B4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583AF3F-3A4C-4CBA-B195-8A0D0C63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BB689B8-E773-4873-8F73-1799E29A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7B95947-2434-4011-AEA9-C91858A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5234383-CBAF-46DC-B39D-880B275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1450D79-550D-443F-8C08-F396097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A032F40-C644-47AE-92E5-A803001F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5B9A51B-E0F2-4B7B-A85A-7887893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0C55A68-B00D-47DC-8829-B5E1421F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CC2BAEC-60F9-4929-A510-43DC66FF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3B3C1E8-24F1-4D0A-BA12-888AFA8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9FB42F-3843-4B5B-83DA-DF71D8D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3C82490-861A-48E2-8E4D-C8D0A9D4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E8A6129-86F0-4A7E-B92C-4F3BBF4C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385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01E6302-34B4-478F-A713-8862A43E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AE6284C-A8A2-4425-B292-474D4A02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441B299-6128-4F35-A3E0-76880318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7D913D9-2B45-46D4-B5F2-2AEBD88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2E8211F-CA15-4F13-8F38-49953ABA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2203254-5478-4079-90DA-F9C02832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BCAB170-2430-474A-B537-DD28AD6B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CFA6390-FB8D-4565-8D2C-A580FE60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0F95B8B-D51D-464B-9B14-33C4883E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0D3F97E-FAA6-4038-AE63-D90A2C9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494872D-F66F-49C8-916C-00BFA73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FEA56A-0826-4AB6-8838-A0DEFEE8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B6398E2-D747-404D-94C6-C452AEFC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8D1483F-3AF9-493F-A14D-EA7C2FD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E7D9930-9E35-48C3-AB3F-93E8752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E6D4E9B-369E-4109-B0C5-BC93E3E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AB5820B-4062-478F-A1DA-585E5FD2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E214D0E-D89A-4C4A-A55B-F62F39D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EA930B3-9A78-478C-9056-E554665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18C1735-22D3-4104-9686-7EF7CB40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576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3E4AB7D-87F3-44CD-92F2-7DFFB27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9C7DBA9-5E19-4E31-A64E-8CE9B51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0699169-4CC7-4175-9166-B296210D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8FE5DB5-B308-4EDB-ACC7-EE42EDDC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9F058F7-5D41-4827-A5F8-A88295E2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8422B98-08B8-4DB1-AE36-9D67DDA7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961EE07-7198-44C6-8BB1-BE09833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3F433CC-FB9D-43CE-A79D-3508D83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F074B2D-32F0-44D5-92DE-4B6484E3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7F8DBF4-8481-4CD2-89C2-F83C99DE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715B9A5-440F-41A7-BB17-16BFF30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24EDF4D-68A5-47C1-97BA-EC8C079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B8D0CA5-EF48-4C49-AAA4-BBE8732A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B96D725-631E-418F-9F8F-F5B7D3FA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1FFCB2C-0CDA-432B-9FEE-32729EED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3DCA220-66B4-4754-804F-74F921D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18175BE2-F1F8-498E-AC68-1261948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8268F76-6CFF-4206-9576-7C8F2EAA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41F2D07-0457-48AC-9B19-516F1BC4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23428628-01C4-4001-B5A3-24F976C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0767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8C0DEB9-C55F-437C-8DB7-0FCDDBFB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86136F2-5D7E-4085-980F-4745E09C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4D3925D-513E-4EC2-A715-DC5001CF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873F3E9-60BB-4669-8330-C335F7F5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591CF5-369E-4DF2-98DD-926DCD05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B888F0E-387F-4CD2-B4D1-8215625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8C6531E-A4CB-4F62-A1E5-3A5ABD5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AEA53C4-7BA7-47B5-89AA-7AE373E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7DED046-1CA3-4B87-A5EA-4DB15B4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F59D5FF-D55D-4B79-A599-8742606E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6471398-5F38-41A3-906A-AFFF6E1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1EFB8AD-73D9-455A-9246-C32CDB1C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B119233-2219-4762-A679-A20A6F6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349CB8D-83BE-4D55-B6C1-D87B90E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084F1A2-8DDD-4C8E-8660-A843ECD4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66720D7-5FA3-41F5-B147-56ECAF48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60473CE8-D54A-4F97-B754-DF8A7084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E069EA0-A71C-4FAB-8F17-24843DE7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D9F6C182-1F74-4425-A67B-26E79F66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506ECBF-816F-447E-9E4B-B0D96217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958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DB85B90F-6E6B-4318-A5CD-1C09160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B4B60D4-AEEB-4257-81FE-AF51C00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EA93A83-8E08-402D-99D3-80D1F46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FDEA06DC-6CE7-4247-BF12-2C37FD84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7C25776-3B92-4914-BF4B-6819B633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9249EAC-D368-4F60-BEFF-4044FB9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9B72BFA-871E-413F-9813-83D7124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17D1F35-C1B1-41AA-8BF4-D6A09922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379260C-99AE-4015-9C40-6E77CA6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E6C9FD0-920A-4AEB-B1C9-9E92A66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A289669-0EAC-4405-99F3-0A67D14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83B1417-8E78-4DF4-882B-8A97BE81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DFD3B12-034F-4CFB-9F5E-9C35D6E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B7B64AA1-3CF3-4C25-86FE-D700644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DB29361-2A1E-4FF2-B29D-E609DE02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50549C5-6C6C-4251-B48F-CA14B46D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78B5B71E-D27B-4B33-816B-ACFE39A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BA26C9C-8D32-42D2-BC7B-4DF08BE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2670C78-19C2-4E73-80CA-5C4619FA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24AA150-D31D-4B60-938B-8B55DE4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9149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DDF6F63-E1C7-492E-A9A4-6B19DA3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5234E0E-0699-4E26-BB90-6F162A5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AAA20B7-3470-4E79-A733-4F7A8002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4E0172E3-0BF4-4F7B-A377-10A0BDCC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0C38E4A-A881-4553-9A67-78A9F32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F3175AD-04FA-4FBF-9D9A-52EF7F86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497A6DE-EACA-44C1-AD09-CABFE95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9BD11A2-7241-4839-AF51-4E68408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88763B7-F542-4C8F-AEC7-7788EEB1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076BA9A-23D2-42D8-ACB1-6E84790D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B97DF5E-4F76-4A7B-9BDE-A38FA90B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8E4134B-AE59-470F-BA5E-C7CB31C2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0587E54-067D-4D81-A839-3B24DE6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A6F733A-7500-4E49-B680-21BA2792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BE0AD9F-83E4-43A0-AAA9-2BB909EC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B78A069E-7CDF-476B-99ED-37E4384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95DFD7B-3ED0-438D-9447-51386BCD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A18ABE1-75B7-4FE1-A33A-80FD307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22DC438-A3E3-482E-A094-F1E82EA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4072C92-A6FF-4A14-B5A5-E0C1231D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3340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99DC3B3-AFD5-46FE-97F2-299CCEB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9243035-DAB7-4D4F-A410-AE4D771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6EE61F1-F4B2-4AB3-A89A-8C00833A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D5D78CD-8BCE-4E5F-9B66-E229EF48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F500C4A-7D43-4554-AEED-701ED103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8A54659F-EB98-4685-8F27-6839AE7C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5526CE8-BEC3-46C1-96AB-5540BC0B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0EDC738-19F1-4C8B-85E3-56EF56E0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4CE6CC0-99A0-4A14-861F-34E6CED0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6203192-742C-48C2-9259-5313C0E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12E4B62-5CC7-4025-B230-0E4F1F59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099A6E4-8C3C-4598-ADC2-D22F6EB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9DCD0A6-D371-4375-8097-AE411CF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1D1181C-0253-468E-9398-C80318E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27EE82D-FC0B-4E8B-B178-F31F3B08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B9DE40F-B9B2-4D22-920E-4F4CF1E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8D29BEF-86DA-4E43-B77F-A437ADC6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1A3FF80-218C-4DA8-9527-F57CADF4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4507622-324D-4418-9E23-C5F246D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09B1D57-2F8E-4A6F-B79B-462CD87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531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5D26ACAC-7E24-4D40-B3E7-A7E121EA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C7F9DC8-61A8-4ED2-893D-80B305F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541B65B-1804-4056-89F7-674787E4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918192C1-CE65-466D-B90B-78D6911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2F667A6-AE0C-49CF-B96B-392A9E0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4494378-E96B-467F-B315-829E1D50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426AE51-BD42-411A-900E-CD91C5C7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6FDF393-0E52-4D68-994F-7D8A1C27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B15EC6B7-14B3-4E1D-BD0F-CDB7F694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8945D4B-4B17-4E3A-A215-B20D3C1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6E90442-206C-4A8F-919A-54A4F15A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AA6C5D8-D854-4D73-8F5C-6E4A231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C22671D-612E-4A7E-ACA4-2D43BB5F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8BF0A9E-85AE-49F5-AA5B-A6A60BF9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1D1D8D9-4434-4FF5-B1FB-80F2F523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E5044DC1-5A18-42E3-BA9D-A507046E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675764D-3311-46FF-9B89-2CBD08D7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6787D77-0D97-4BF8-8798-1D9AFEA2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43F3990-7E45-46BF-AD84-2BE04EFA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D7B43BF-37FB-4954-84F5-A4936F52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1722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0F99E43A-34DD-4157-8000-AB282CE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D1F9BED-2D3A-4FC8-AD65-09181519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039CC0F-F332-452B-B0E2-31E3CADD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53D13109-8524-4548-A795-EAC3DC4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836E92C-2DE4-470A-94FD-72C8A716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B3B6A90-7D80-4A3D-B54B-22D6F30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BC2AFBA-9595-4E60-8414-53D8B5B2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1BE07D6-4ADA-432C-B55F-9A5303F4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BAB4BB2C-67E3-45EF-869A-B840FB6C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E3E85444-272E-462A-ACEE-0084B52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DFB1E1C-08AC-4ED0-A5F6-3C15818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6AA5124-F486-4E87-93B6-0B7EFB6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B32F2B5-C678-446D-8C84-B4636C0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4B37F4F-8F08-48ED-806B-BB2E419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DF10383-77B1-426C-8BF4-AA27CC6E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8F99EE3-E8AC-4CAC-A433-953C94A6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153C8CC-AC4B-433A-B402-63E5AA6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E6716AE-5332-49A6-95CB-24843103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6B7F153-841A-462C-ABF0-0AE5A8C0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0019C41A-8D32-4EE1-8A91-CDE4ED49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9130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237"/>
          </a:solidFill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73C3FD4-512A-4D77-8763-AE0B916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8F5BC84-DA49-4A37-BCCB-64EEBF30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EDEE484-651F-4C69-9EBE-04EDC1F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963FE0A-767E-46DF-B73E-970FCC7D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95DB6B78-4744-44C2-BB06-9036EAA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3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D35A"/>
                </a:solidFill>
                <a:latin typeface="Arial"/>
                <a:ea typeface="Arial"/>
                <a:cs typeface="Arial"/>
              </a:rPr>
              <a:t>03  DESIGN INTENT</a:t>
            </a:r>
          </a:p>
        </p:txBody>
      </p:sp>
      <p:pic>
        <p:nvPicPr>
          <p:cNvPr id="3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143fc720a4a8f"/>
          <a:stretch xmlns:a="http://schemas.openxmlformats.org/drawingml/2006/main"/>
        </p:blipFill>
        <p:spPr>
          <a:xfrm xmlns:a="http://schemas.openxmlformats.org/drawingml/2006/main">
            <a:off x="723900" y="895350"/>
            <a:ext cx="8572500" cy="552450"/>
          </a:xfrm>
          <a:prstGeom xmlns:a="http://schemas.openxmlformats.org/drawingml/2006/main" prst="rect">
            <a:avLst/>
          </a:prstGeom>
        </p:spPr>
      </p:pic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d87d0b22e46a1"/>
          <a:stretch xmlns:a="http://schemas.openxmlformats.org/drawingml/2006/main"/>
        </p:blipFill>
        <p:spPr>
          <a:xfrm xmlns:a="http://schemas.openxmlformats.org/drawingml/2006/main">
            <a:off x="723900" y="1581150"/>
            <a:ext cx="8572500" cy="952500"/>
          </a:xfrm>
          <a:prstGeom xmlns:a="http://schemas.openxmlformats.org/drawingml/2006/main" prst="rect">
            <a:avLst/>
          </a:prstGeom>
        </p:spPr>
      </p:pic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7E30F0B-2B48-4764-B923-C508066C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212C5E2-4E6B-411C-8878-CDD8E37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87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3B4FDE39-1968-4B21-9DF7-0A18C91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800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A303A27-3A15-4826-A733-FF2D2CAC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D55F267-5E94-4ED3-AD39-9A71B614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c5c28efed4a29"/>
          <a:stretch xmlns:a="http://schemas.openxmlformats.org/drawingml/2006/main"/>
        </p:blipFill>
        <p:spPr>
          <a:xfrm xmlns:a="http://schemas.openxmlformats.org/drawingml/2006/main">
            <a:off x="1504950" y="3048000"/>
            <a:ext cx="3905250" cy="590550"/>
          </a:xfrm>
          <a:prstGeom xmlns:a="http://schemas.openxmlformats.org/drawingml/2006/main" prst="rect">
            <a:avLst/>
          </a:prstGeom>
        </p:spPr>
      </p:pic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7AEF3DA-908D-4186-8D85-ABEA0F24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207A6F9-4622-4F34-AC0E-F358A53E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87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A4DF800-3BA7-4450-9AFB-8C10BFB2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4800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885CB57-5442-4413-AD5B-DF561CC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28E4B1E-62E7-4931-817D-3CBBBA3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1fc83d5ad4017"/>
          <a:stretch xmlns:a="http://schemas.openxmlformats.org/drawingml/2006/main"/>
        </p:blipFill>
        <p:spPr>
          <a:xfrm xmlns:a="http://schemas.openxmlformats.org/drawingml/2006/main">
            <a:off x="1504950" y="4038600"/>
            <a:ext cx="3905250" cy="590550"/>
          </a:xfrm>
          <a:prstGeom xmlns:a="http://schemas.openxmlformats.org/drawingml/2006/main" prst="rect">
            <a:avLst/>
          </a:prstGeom>
        </p:spPr>
      </p:pic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E4C8FB56-5955-4BE7-A62F-554D6B1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B789302-2CDB-45C6-8FC3-9B49D5ED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876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4B08A4B-F879-4F99-AF1D-EEDAAA6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800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DBDAFE2-5399-4888-AD00-4B33B48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753E3FD-9659-4BFD-87A7-BF57CDA3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FFBD"/>
          </a:solidFill>
        </p:spPr>
      </p:sp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234e616244ea7"/>
          <a:stretch xmlns:a="http://schemas.openxmlformats.org/drawingml/2006/main"/>
        </p:blipFill>
        <p:spPr>
          <a:xfrm xmlns:a="http://schemas.openxmlformats.org/drawingml/2006/main">
            <a:off x="1504950" y="5029200"/>
            <a:ext cx="3905250" cy="590550"/>
          </a:xfrm>
          <a:prstGeom xmlns:a="http://schemas.openxmlformats.org/drawingml/2006/main" prst="rect">
            <a:avLst/>
          </a:prstGeom>
        </p:spPr>
      </p:pic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336C4633-FCD4-4823-B2CF-32A37B3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1A37DFA-2A0C-42E5-8655-BF90CFC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3370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FBFFEEB-F8A5-4BCD-AD32-6B3CA802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22288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fcd2d4d3a4d92"/>
          <a:stretch xmlns:a="http://schemas.openxmlformats.org/drawingml/2006/main"/>
        </p:blipFill>
        <p:spPr>
          <a:xfrm xmlns:a="http://schemas.openxmlformats.org/drawingml/2006/main">
            <a:off x="6496050" y="3067050"/>
            <a:ext cx="2038350" cy="514350"/>
          </a:xfrm>
          <a:prstGeom xmlns:a="http://schemas.openxmlformats.org/drawingml/2006/main" prst="rect">
            <a:avLst/>
          </a:prstGeom>
        </p:spPr>
      </p:pic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3A7E4C1-9CEE-4DB1-9774-7639CB0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695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7215EF5-A8BC-4E2C-AEF8-F14D136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885" y="4623435"/>
            <a:ext cx="266700" cy="46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B9C88F3-3604-4A99-B58B-AF93793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5673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DA80EF91-9636-4A64-B658-7028F5EF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223" y="4403408"/>
            <a:ext cx="173355" cy="166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A7CA6C0D-4CC9-4750-87E4-C3E642D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563" y="4463415"/>
            <a:ext cx="33338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B1864FB5-0AB4-4769-89F5-C865A12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38" y="4463415"/>
            <a:ext cx="33338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0AF39DB5-8355-45C6-AE71-C30733D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435" y="4676775"/>
            <a:ext cx="280035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EFFDF87-A99B-465E-9036-3070EAD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435" y="4330065"/>
            <a:ext cx="24003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64A3C2F-51F2-4F30-9250-4BE27D6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1440" y="4370070"/>
            <a:ext cx="186690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97AAF472-F750-40CA-AD98-941AEF2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115" y="4450080"/>
            <a:ext cx="80010" cy="113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0414FF21-4E14-4B5E-A857-AB09CF44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465" y="4463415"/>
            <a:ext cx="9334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2D7D9BE-C242-4B67-8F14-4CF7A672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69F99AB-0AFD-4AD9-B518-CCA9192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EAAD25DA-D278-471E-9C2A-BE646E4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E3749D0-AB5E-4B76-BDC6-BB47BCF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B14E85E6-6441-42D1-A7CB-AEDCE12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6D986BD-691A-4CF0-8573-67D57AD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E8055F6-7CDB-47D4-A935-3121D31D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15301825-09EC-4913-BE32-FD01F509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895C59C-722F-41A9-83C5-542FF238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7C9F31B-4569-4C6B-9B04-29B885F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CD828C2-AD75-486B-9311-997251AA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82E26289-6658-4202-8F88-70A15BA9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27873A1-ACB8-4393-B85E-8F260CF8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229A94C-2FAE-41AA-92E0-C0A41FE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903FF91-9DE7-424D-801C-E5485DC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3D5B1E2F-6A31-48B1-994B-31FC82E1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720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05AB49D7-7288-4855-B9C6-BA8E2718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5612C49-C158-4380-A122-E3EE2AB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005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4A"/>
          </a:solidFill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0D8A160-A262-45D7-BA3F-91FF77A8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625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F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F78"/>
                </a:solidFill>
                <a:latin typeface="Arial"/>
                <a:ea typeface="Arial"/>
                <a:cs typeface="Arial"/>
              </a:rPr>
              <a:t>reaction first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8AB383C4-D3C3-4424-A8E2-A8197229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E639F4FA-946C-4760-A86F-BF1B5E80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2305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4DD7C66-2795-4368-979F-23C807F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2288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</p:sp>
      <p:pic>
        <p:nvPicPr>
          <p:cNvPr id="3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f870bea684369"/>
          <a:stretch xmlns:a="http://schemas.openxmlformats.org/drawingml/2006/main"/>
        </p:blipFill>
        <p:spPr>
          <a:xfrm xmlns:a="http://schemas.openxmlformats.org/drawingml/2006/main">
            <a:off x="9163050" y="3067050"/>
            <a:ext cx="2038350" cy="514350"/>
          </a:xfrm>
          <a:prstGeom xmlns:a="http://schemas.openxmlformats.org/drawingml/2006/main" prst="rect">
            <a:avLst/>
          </a:prstGeom>
        </p:spPr>
      </p:pic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32293C1C-0D1B-42F4-B0DC-9EE38F09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695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F2F0B00-4DDF-44D9-A5AE-6C48FC2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4958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E2FB4A93-E41D-46AE-B8CC-641B6DE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583" y="458871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1DDD381-524B-47F8-BC10-B38C475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6221" y="46780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448ADD9-06E7-48C7-B7D3-C240D768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805" y="476039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1943A0A5-8A6E-42C9-AEAC-783A8D1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040" y="483256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7B5A720E-DBF1-4C9F-BAD3-4EAF6816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570" y="489178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10F58EF1-C0CC-474D-BB23-F2950010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830" y="493579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600E1A72-E253-417B-9F63-4EB204FF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84" y="496289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8AC8E646-DB54-4135-B704-B6760715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9720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6CC86627-D2F9-460F-9E39-B645CEA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566" y="496289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1F469A2-655B-499F-919C-E57B5FF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620" y="493579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5112DC80-9069-4262-8ED0-B1F744C2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0" y="489178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31B58C3-94EC-4EC5-9AC1-90CA4B17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410" y="483256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3C1B0F61-BC36-4CD1-A605-E1D945A4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645" y="476039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51E196A-8AD8-40D0-844F-7DE2F8E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229" y="467805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A9D10C8C-9FE5-4C6C-B53E-751785A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67" y="458871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8E8B89E-A2E6-4CF4-84EA-4F896D85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4958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6E793B92-9589-4B52-81F1-19EF081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67" y="440288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756C4C9-2E5B-49C5-85A1-B508CCD9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229" y="43135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79B7115-952C-4B17-9478-ECE115B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645" y="423121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F7F101A3-20D2-4752-B2F2-7DCBA438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410" y="415904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ADB6947-12A6-4E43-B9AC-CBFD4FA9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880" y="409981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866FFB7-FC43-45EA-8D2A-5790CAA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620" y="405580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EA169D76-9CA3-4C01-975A-31DE5F40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566" y="402870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0E97D837-2E01-410E-BE14-D763FACA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19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55505DCE-177A-4BE3-9F5E-1E6778D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84" y="4028701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9A23304D-2154-4B0A-AA6F-8EB4D23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830" y="4055802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EFD113E5-2E9A-4FAE-9A7C-DCAA5613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570" y="4099813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F1FB45C7-E7A1-4C5F-9CA0-F518F17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040" y="415904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CB818EC-016C-4DBC-A574-AB5F666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805" y="423121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6F52707-7E0F-47C6-AE38-0EFB293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6221" y="4313547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69B64E7-B492-40BA-A55D-5749EB1D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583" y="4402888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78EC05F-D142-4C3E-BB89-0EDB702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81450"/>
            <a:ext cx="57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B88722F3-D90A-496E-AA17-C457ACAD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6722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B7F31E4E-73EF-4716-9B92-8FDB056C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67225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CFF"/>
          </a:solidFill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057F2B5-91F7-43B8-9D62-FFD56D9B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10" y="4752975"/>
            <a:ext cx="280035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5AEB3CC0-420E-462A-A8F0-9E08E9E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10" y="4406265"/>
            <a:ext cx="24003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E722E468-8466-4631-BAB4-DD49FB7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215" y="4446270"/>
            <a:ext cx="186690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E8FF"/>
          </a:solidFill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FA8B3AFC-7301-4488-9FB9-9880708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890" y="4526280"/>
            <a:ext cx="80010" cy="1133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C"/>
          </a:solidFill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4B0C6090-3EA6-4EB2-9B6A-D074348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240" y="4539615"/>
            <a:ext cx="9334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54DDA479-8D8B-4DB0-B010-A27B7DD0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358" y="4460558"/>
            <a:ext cx="247650" cy="433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72B35520-B729-4EFD-AEED-DAE3A83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1290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47242AA-1BBE-4351-AB03-5A26A472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4256246"/>
            <a:ext cx="160973" cy="154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9FF"/>
          </a:solidFill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5C044BE-A3FE-4C48-B9EB-DA3CED13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844" y="4311968"/>
            <a:ext cx="30956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2356DFBF-32D9-4C5D-BAAE-714EBAE2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756" y="4311968"/>
            <a:ext cx="30956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433C1A3C-1DD5-478A-A1CE-1262CA00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208" y="4460558"/>
            <a:ext cx="247650" cy="433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9D353381-EA43-4B30-858D-B89B14BF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212908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1472B9B-BC54-4221-A711-C42B2CB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164" y="4256246"/>
            <a:ext cx="160973" cy="154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78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D54509D1-EEAA-4B76-B363-599537D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694" y="4311968"/>
            <a:ext cx="30956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319C5E1C-FE4E-422D-8A69-37432B4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606" y="4311968"/>
            <a:ext cx="30956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C119CB04-E282-42CB-A3FE-FC9CFE5A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625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D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DCFF"/>
                </a:solidFill>
                <a:latin typeface="Arial"/>
                <a:ea typeface="Arial"/>
                <a:cs typeface="Arial"/>
              </a:rPr>
              <a:t>read, choose, act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8D1AD62-3C20-4D9C-85A9-483AE30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A69338DD-543F-40EF-BAAA-61A5BDA7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496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0C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0FCDFA0-F32A-4067-B2C5-FD28271A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57900"/>
            <a:ext cx="1042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22"/>
          </a:solidFill>
        </p:spPr>
      </p:sp>
      <p:pic>
        <p:nvPicPr>
          <p:cNvPr id="4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eb0fe928d4066"/>
          <a:stretch xmlns:a="http://schemas.openxmlformats.org/drawingml/2006/main"/>
        </p:blipFill>
        <p:spPr>
          <a:xfrm xmlns:a="http://schemas.openxmlformats.org/drawingml/2006/main">
            <a:off x="990600" y="6115050"/>
            <a:ext cx="9906000" cy="381000"/>
          </a:xfrm>
          <a:prstGeom xmlns:a="http://schemas.openxmlformats.org/drawingml/2006/main" prst="rect">
            <a:avLst/>
          </a:prstGeom>
        </p:spPr>
      </p:pic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1BBD493-7E76-4D75-8C8B-5EC45939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229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1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7B8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</p:spTree>
    <p:extLst>
      <p:ext uri="{BB962C8B-B14F-4D97-AF65-F5344CB8AC3E}">
        <p14:creationId xmlns:p14="http://schemas.microsoft.com/office/powerpoint/2010/main" val="1374665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2026-06-08T01:46:21.8830000Z</dcterms:created>
  <dcterms:modified xsi:type="dcterms:W3CDTF">2026-06-08T01:46:21.8830000Z</dcterms:modified>
</coreProperties>
</file>